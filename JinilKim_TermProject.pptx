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91" r:id="rId3"/>
    <p:sldId id="258" r:id="rId4"/>
    <p:sldId id="259" r:id="rId5"/>
    <p:sldId id="270" r:id="rId6"/>
    <p:sldId id="283" r:id="rId7"/>
    <p:sldId id="260" r:id="rId8"/>
    <p:sldId id="292" r:id="rId9"/>
    <p:sldId id="273" r:id="rId10"/>
    <p:sldId id="287" r:id="rId11"/>
    <p:sldId id="262" r:id="rId12"/>
    <p:sldId id="272" r:id="rId13"/>
    <p:sldId id="271" r:id="rId14"/>
    <p:sldId id="285" r:id="rId15"/>
    <p:sldId id="284" r:id="rId16"/>
    <p:sldId id="286" r:id="rId17"/>
    <p:sldId id="293" r:id="rId18"/>
    <p:sldId id="265" r:id="rId19"/>
    <p:sldId id="289" r:id="rId20"/>
    <p:sldId id="274" r:id="rId21"/>
    <p:sldId id="275" r:id="rId22"/>
    <p:sldId id="288" r:id="rId23"/>
    <p:sldId id="276" r:id="rId24"/>
    <p:sldId id="296" r:id="rId25"/>
    <p:sldId id="297" r:id="rId26"/>
    <p:sldId id="277" r:id="rId27"/>
    <p:sldId id="278" r:id="rId28"/>
    <p:sldId id="290" r:id="rId29"/>
    <p:sldId id="267" r:id="rId30"/>
    <p:sldId id="294" r:id="rId31"/>
    <p:sldId id="280" r:id="rId32"/>
    <p:sldId id="282" r:id="rId33"/>
    <p:sldId id="295" r:id="rId34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8D2BDA-DA12-CE46-950E-9DB3C55AA01B}" v="156" dt="2025-12-09T01:24:56.5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09"/>
    <p:restoredTop sz="85725"/>
  </p:normalViewPr>
  <p:slideViewPr>
    <p:cSldViewPr snapToGrid="0">
      <p:cViewPr>
        <p:scale>
          <a:sx n="65" d="100"/>
          <a:sy n="65" d="100"/>
        </p:scale>
        <p:origin x="-104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nil Kim" userId="29d0b3c36ca19528" providerId="LiveId" clId="{8CB044BD-BAB4-54D5-B8B5-5D80A84BE461}"/>
    <pc:docChg chg="undo redo custSel addSld delSld modSld sldOrd">
      <pc:chgData name="Jinil Kim" userId="29d0b3c36ca19528" providerId="LiveId" clId="{8CB044BD-BAB4-54D5-B8B5-5D80A84BE461}" dt="2025-12-09T01:25:11.689" v="8679" actId="2696"/>
      <pc:docMkLst>
        <pc:docMk/>
      </pc:docMkLst>
      <pc:sldChg chg="addSp delSp modSp mod">
        <pc:chgData name="Jinil Kim" userId="29d0b3c36ca19528" providerId="LiveId" clId="{8CB044BD-BAB4-54D5-B8B5-5D80A84BE461}" dt="2025-12-08T09:49:49.979" v="8361" actId="20577"/>
        <pc:sldMkLst>
          <pc:docMk/>
          <pc:sldMk cId="3885268668" sldId="256"/>
        </pc:sldMkLst>
        <pc:spChg chg="mod">
          <ac:chgData name="Jinil Kim" userId="29d0b3c36ca19528" providerId="LiveId" clId="{8CB044BD-BAB4-54D5-B8B5-5D80A84BE461}" dt="2025-12-08T09:49:49.979" v="8361" actId="20577"/>
          <ac:spMkLst>
            <pc:docMk/>
            <pc:sldMk cId="3885268668" sldId="256"/>
            <ac:spMk id="2" creationId="{815D2AD7-C4CC-C62D-F4D5-7BF9B70D4E91}"/>
          </ac:spMkLst>
        </pc:spChg>
        <pc:spChg chg="mod">
          <ac:chgData name="Jinil Kim" userId="29d0b3c36ca19528" providerId="LiveId" clId="{8CB044BD-BAB4-54D5-B8B5-5D80A84BE461}" dt="2025-12-02T07:34:58.928" v="159" actId="20577"/>
          <ac:spMkLst>
            <pc:docMk/>
            <pc:sldMk cId="3885268668" sldId="256"/>
            <ac:spMk id="3" creationId="{51FF91F4-99CB-384E-E9CF-022942A40302}"/>
          </ac:spMkLst>
        </pc:spChg>
      </pc:sldChg>
      <pc:sldChg chg="addSp delSp modSp mod">
        <pc:chgData name="Jinil Kim" userId="29d0b3c36ca19528" providerId="LiveId" clId="{8CB044BD-BAB4-54D5-B8B5-5D80A84BE461}" dt="2025-12-08T09:41:12.416" v="8175" actId="20577"/>
        <pc:sldMkLst>
          <pc:docMk/>
          <pc:sldMk cId="4240093712" sldId="258"/>
        </pc:sldMkLst>
        <pc:spChg chg="mod">
          <ac:chgData name="Jinil Kim" userId="29d0b3c36ca19528" providerId="LiveId" clId="{8CB044BD-BAB4-54D5-B8B5-5D80A84BE461}" dt="2025-12-04T00:49:30.205" v="1838" actId="20577"/>
          <ac:spMkLst>
            <pc:docMk/>
            <pc:sldMk cId="4240093712" sldId="258"/>
            <ac:spMk id="2" creationId="{3793C2AE-B986-A44B-4185-9EA69E9592DA}"/>
          </ac:spMkLst>
        </pc:spChg>
        <pc:spChg chg="mod">
          <ac:chgData name="Jinil Kim" userId="29d0b3c36ca19528" providerId="LiveId" clId="{8CB044BD-BAB4-54D5-B8B5-5D80A84BE461}" dt="2025-12-08T09:41:12.416" v="8175" actId="20577"/>
          <ac:spMkLst>
            <pc:docMk/>
            <pc:sldMk cId="4240093712" sldId="258"/>
            <ac:spMk id="6" creationId="{D34F70BB-B4D0-2100-5848-69CED6A3E194}"/>
          </ac:spMkLst>
        </pc:spChg>
      </pc:sldChg>
      <pc:sldChg chg="addSp delSp modSp mod">
        <pc:chgData name="Jinil Kim" userId="29d0b3c36ca19528" providerId="LiveId" clId="{8CB044BD-BAB4-54D5-B8B5-5D80A84BE461}" dt="2025-12-04T01:05:06.296" v="2103" actId="1036"/>
        <pc:sldMkLst>
          <pc:docMk/>
          <pc:sldMk cId="2229173460" sldId="259"/>
        </pc:sldMkLst>
        <pc:spChg chg="mod">
          <ac:chgData name="Jinil Kim" userId="29d0b3c36ca19528" providerId="LiveId" clId="{8CB044BD-BAB4-54D5-B8B5-5D80A84BE461}" dt="2025-12-04T00:50:34.470" v="1957" actId="20577"/>
          <ac:spMkLst>
            <pc:docMk/>
            <pc:sldMk cId="2229173460" sldId="259"/>
            <ac:spMk id="2" creationId="{4A1C0666-F881-0A76-0537-F93369A3BF8F}"/>
          </ac:spMkLst>
        </pc:spChg>
        <pc:spChg chg="add mod">
          <ac:chgData name="Jinil Kim" userId="29d0b3c36ca19528" providerId="LiveId" clId="{8CB044BD-BAB4-54D5-B8B5-5D80A84BE461}" dt="2025-12-04T01:05:06.296" v="2103" actId="1036"/>
          <ac:spMkLst>
            <pc:docMk/>
            <pc:sldMk cId="2229173460" sldId="259"/>
            <ac:spMk id="9" creationId="{6D4DADFA-0D93-0B00-4F29-91E4D35ED496}"/>
          </ac:spMkLst>
        </pc:spChg>
        <pc:picChg chg="add mod">
          <ac:chgData name="Jinil Kim" userId="29d0b3c36ca19528" providerId="LiveId" clId="{8CB044BD-BAB4-54D5-B8B5-5D80A84BE461}" dt="2025-12-04T01:05:06.296" v="2103" actId="1036"/>
          <ac:picMkLst>
            <pc:docMk/>
            <pc:sldMk cId="2229173460" sldId="259"/>
            <ac:picMk id="8" creationId="{845743A4-858A-E55B-218A-7867F83AE360}"/>
          </ac:picMkLst>
        </pc:picChg>
      </pc:sldChg>
      <pc:sldChg chg="modSp mod">
        <pc:chgData name="Jinil Kim" userId="29d0b3c36ca19528" providerId="LiveId" clId="{8CB044BD-BAB4-54D5-B8B5-5D80A84BE461}" dt="2025-12-05T11:50:45.736" v="7580" actId="20577"/>
        <pc:sldMkLst>
          <pc:docMk/>
          <pc:sldMk cId="3412332002" sldId="260"/>
        </pc:sldMkLst>
        <pc:spChg chg="mod">
          <ac:chgData name="Jinil Kim" userId="29d0b3c36ca19528" providerId="LiveId" clId="{8CB044BD-BAB4-54D5-B8B5-5D80A84BE461}" dt="2025-12-04T02:03:24.747" v="5101" actId="20577"/>
          <ac:spMkLst>
            <pc:docMk/>
            <pc:sldMk cId="3412332002" sldId="260"/>
            <ac:spMk id="2" creationId="{0AD28BF8-72C7-75ED-6BE0-7799428B9033}"/>
          </ac:spMkLst>
        </pc:spChg>
        <pc:spChg chg="mod">
          <ac:chgData name="Jinil Kim" userId="29d0b3c36ca19528" providerId="LiveId" clId="{8CB044BD-BAB4-54D5-B8B5-5D80A84BE461}" dt="2025-12-05T11:50:45.736" v="7580" actId="20577"/>
          <ac:spMkLst>
            <pc:docMk/>
            <pc:sldMk cId="3412332002" sldId="260"/>
            <ac:spMk id="3" creationId="{A9907E6E-D297-F869-052A-82C1B0E1BC2C}"/>
          </ac:spMkLst>
        </pc:spChg>
      </pc:sldChg>
      <pc:sldChg chg="addSp delSp modSp mod modNotesTx">
        <pc:chgData name="Jinil Kim" userId="29d0b3c36ca19528" providerId="LiveId" clId="{8CB044BD-BAB4-54D5-B8B5-5D80A84BE461}" dt="2025-12-08T09:42:16.449" v="8179" actId="20577"/>
        <pc:sldMkLst>
          <pc:docMk/>
          <pc:sldMk cId="3674602559" sldId="262"/>
        </pc:sldMkLst>
        <pc:spChg chg="mod">
          <ac:chgData name="Jinil Kim" userId="29d0b3c36ca19528" providerId="LiveId" clId="{8CB044BD-BAB4-54D5-B8B5-5D80A84BE461}" dt="2025-12-02T07:40:54.021" v="369" actId="20577"/>
          <ac:spMkLst>
            <pc:docMk/>
            <pc:sldMk cId="3674602559" sldId="262"/>
            <ac:spMk id="2" creationId="{326B3016-14E1-3609-C367-18690D47CDE6}"/>
          </ac:spMkLst>
        </pc:spChg>
        <pc:spChg chg="mod">
          <ac:chgData name="Jinil Kim" userId="29d0b3c36ca19528" providerId="LiveId" clId="{8CB044BD-BAB4-54D5-B8B5-5D80A84BE461}" dt="2025-12-04T02:02:58.965" v="5095" actId="20577"/>
          <ac:spMkLst>
            <pc:docMk/>
            <pc:sldMk cId="3674602559" sldId="262"/>
            <ac:spMk id="3" creationId="{B304B712-DF7B-BCD0-0C4C-F33B44F31548}"/>
          </ac:spMkLst>
        </pc:spChg>
        <pc:picChg chg="add mod">
          <ac:chgData name="Jinil Kim" userId="29d0b3c36ca19528" providerId="LiveId" clId="{8CB044BD-BAB4-54D5-B8B5-5D80A84BE461}" dt="2025-12-04T02:03:08.570" v="5098" actId="1076"/>
          <ac:picMkLst>
            <pc:docMk/>
            <pc:sldMk cId="3674602559" sldId="262"/>
            <ac:picMk id="4" creationId="{9F47D62B-D094-40CF-EBCD-A276079C70C2}"/>
          </ac:picMkLst>
        </pc:picChg>
      </pc:sldChg>
      <pc:sldChg chg="modSp mod">
        <pc:chgData name="Jinil Kim" userId="29d0b3c36ca19528" providerId="LiveId" clId="{8CB044BD-BAB4-54D5-B8B5-5D80A84BE461}" dt="2025-12-04T02:11:51.623" v="5230" actId="20577"/>
        <pc:sldMkLst>
          <pc:docMk/>
          <pc:sldMk cId="742046706" sldId="265"/>
        </pc:sldMkLst>
        <pc:spChg chg="mod">
          <ac:chgData name="Jinil Kim" userId="29d0b3c36ca19528" providerId="LiveId" clId="{8CB044BD-BAB4-54D5-B8B5-5D80A84BE461}" dt="2025-12-02T07:45:36.736" v="720" actId="20577"/>
          <ac:spMkLst>
            <pc:docMk/>
            <pc:sldMk cId="742046706" sldId="265"/>
            <ac:spMk id="2" creationId="{8954336E-FABA-5A9F-C7B5-4BCBD689F3C9}"/>
          </ac:spMkLst>
        </pc:spChg>
        <pc:spChg chg="mod">
          <ac:chgData name="Jinil Kim" userId="29d0b3c36ca19528" providerId="LiveId" clId="{8CB044BD-BAB4-54D5-B8B5-5D80A84BE461}" dt="2025-12-04T02:11:51.623" v="5230" actId="20577"/>
          <ac:spMkLst>
            <pc:docMk/>
            <pc:sldMk cId="742046706" sldId="265"/>
            <ac:spMk id="3" creationId="{D68FCE92-FD68-5B8D-D6AA-AB4F4AD1862E}"/>
          </ac:spMkLst>
        </pc:spChg>
      </pc:sldChg>
      <pc:sldChg chg="addSp delSp modSp mod">
        <pc:chgData name="Jinil Kim" userId="29d0b3c36ca19528" providerId="LiveId" clId="{8CB044BD-BAB4-54D5-B8B5-5D80A84BE461}" dt="2025-12-05T11:45:34.197" v="7091" actId="115"/>
        <pc:sldMkLst>
          <pc:docMk/>
          <pc:sldMk cId="672687170" sldId="267"/>
        </pc:sldMkLst>
        <pc:spChg chg="add mod">
          <ac:chgData name="Jinil Kim" userId="29d0b3c36ca19528" providerId="LiveId" clId="{8CB044BD-BAB4-54D5-B8B5-5D80A84BE461}" dt="2025-12-05T11:45:34.197" v="7091" actId="115"/>
          <ac:spMkLst>
            <pc:docMk/>
            <pc:sldMk cId="672687170" sldId="267"/>
            <ac:spMk id="3" creationId="{207A7CE9-88EA-3B8A-0C1F-653E2D223011}"/>
          </ac:spMkLst>
        </pc:spChg>
      </pc:sldChg>
      <pc:sldChg chg="addSp delSp modSp add mod">
        <pc:chgData name="Jinil Kim" userId="29d0b3c36ca19528" providerId="LiveId" clId="{8CB044BD-BAB4-54D5-B8B5-5D80A84BE461}" dt="2025-12-08T09:41:32.420" v="8176"/>
        <pc:sldMkLst>
          <pc:docMk/>
          <pc:sldMk cId="3617064498" sldId="270"/>
        </pc:sldMkLst>
        <pc:spChg chg="mod">
          <ac:chgData name="Jinil Kim" userId="29d0b3c36ca19528" providerId="LiveId" clId="{8CB044BD-BAB4-54D5-B8B5-5D80A84BE461}" dt="2025-12-08T09:41:32.420" v="8176"/>
          <ac:spMkLst>
            <pc:docMk/>
            <pc:sldMk cId="3617064498" sldId="270"/>
            <ac:spMk id="2" creationId="{03BDDF5D-E043-3D13-7FD1-0277A138FEE1}"/>
          </ac:spMkLst>
        </pc:spChg>
        <pc:picChg chg="add mod modCrop">
          <ac:chgData name="Jinil Kim" userId="29d0b3c36ca19528" providerId="LiveId" clId="{8CB044BD-BAB4-54D5-B8B5-5D80A84BE461}" dt="2025-12-04T01:02:57.828" v="2065" actId="1076"/>
          <ac:picMkLst>
            <pc:docMk/>
            <pc:sldMk cId="3617064498" sldId="270"/>
            <ac:picMk id="7" creationId="{93A6DE20-B859-48FD-A660-71E3004F4078}"/>
          </ac:picMkLst>
        </pc:picChg>
        <pc:picChg chg="add mod">
          <ac:chgData name="Jinil Kim" userId="29d0b3c36ca19528" providerId="LiveId" clId="{8CB044BD-BAB4-54D5-B8B5-5D80A84BE461}" dt="2025-12-04T01:03:01.440" v="2066" actId="1076"/>
          <ac:picMkLst>
            <pc:docMk/>
            <pc:sldMk cId="3617064498" sldId="270"/>
            <ac:picMk id="9" creationId="{34AF5CDD-BBCE-B48D-1C28-0A3C8F76FD89}"/>
          </ac:picMkLst>
        </pc:picChg>
        <pc:picChg chg="add mod">
          <ac:chgData name="Jinil Kim" userId="29d0b3c36ca19528" providerId="LiveId" clId="{8CB044BD-BAB4-54D5-B8B5-5D80A84BE461}" dt="2025-12-04T01:03:03.360" v="2067" actId="1076"/>
          <ac:picMkLst>
            <pc:docMk/>
            <pc:sldMk cId="3617064498" sldId="270"/>
            <ac:picMk id="11" creationId="{7643EA75-1F11-F25F-30A8-22828A763DFA}"/>
          </ac:picMkLst>
        </pc:picChg>
      </pc:sldChg>
      <pc:sldChg chg="modSp add mod ord">
        <pc:chgData name="Jinil Kim" userId="29d0b3c36ca19528" providerId="LiveId" clId="{8CB044BD-BAB4-54D5-B8B5-5D80A84BE461}" dt="2025-12-08T09:44:53.316" v="8300" actId="20577"/>
        <pc:sldMkLst>
          <pc:docMk/>
          <pc:sldMk cId="1637739400" sldId="271"/>
        </pc:sldMkLst>
        <pc:spChg chg="mod">
          <ac:chgData name="Jinil Kim" userId="29d0b3c36ca19528" providerId="LiveId" clId="{8CB044BD-BAB4-54D5-B8B5-5D80A84BE461}" dt="2025-12-04T02:03:22.055" v="5100" actId="20577"/>
          <ac:spMkLst>
            <pc:docMk/>
            <pc:sldMk cId="1637739400" sldId="271"/>
            <ac:spMk id="2" creationId="{1243C49E-7C68-BBE2-A793-637E8F832990}"/>
          </ac:spMkLst>
        </pc:spChg>
        <pc:spChg chg="mod">
          <ac:chgData name="Jinil Kim" userId="29d0b3c36ca19528" providerId="LiveId" clId="{8CB044BD-BAB4-54D5-B8B5-5D80A84BE461}" dt="2025-12-08T09:44:53.316" v="8300" actId="20577"/>
          <ac:spMkLst>
            <pc:docMk/>
            <pc:sldMk cId="1637739400" sldId="271"/>
            <ac:spMk id="3" creationId="{F637BF84-689C-D21D-07E1-6601BAACF734}"/>
          </ac:spMkLst>
        </pc:spChg>
      </pc:sldChg>
      <pc:sldChg chg="modSp add mod modNotesTx">
        <pc:chgData name="Jinil Kim" userId="29d0b3c36ca19528" providerId="LiveId" clId="{8CB044BD-BAB4-54D5-B8B5-5D80A84BE461}" dt="2025-12-08T09:50:18.384" v="8368" actId="20577"/>
        <pc:sldMkLst>
          <pc:docMk/>
          <pc:sldMk cId="1231061179" sldId="272"/>
        </pc:sldMkLst>
        <pc:spChg chg="mod">
          <ac:chgData name="Jinil Kim" userId="29d0b3c36ca19528" providerId="LiveId" clId="{8CB044BD-BAB4-54D5-B8B5-5D80A84BE461}" dt="2025-12-08T09:50:18.384" v="8368" actId="20577"/>
          <ac:spMkLst>
            <pc:docMk/>
            <pc:sldMk cId="1231061179" sldId="272"/>
            <ac:spMk id="3" creationId="{ED5F9EEB-D87E-4162-CB40-BE631EB306E4}"/>
          </ac:spMkLst>
        </pc:spChg>
      </pc:sldChg>
      <pc:sldChg chg="modSp add mod ord modNotesTx">
        <pc:chgData name="Jinil Kim" userId="29d0b3c36ca19528" providerId="LiveId" clId="{8CB044BD-BAB4-54D5-B8B5-5D80A84BE461}" dt="2025-12-08T09:41:59.787" v="8177" actId="20577"/>
        <pc:sldMkLst>
          <pc:docMk/>
          <pc:sldMk cId="4125229" sldId="273"/>
        </pc:sldMkLst>
        <pc:spChg chg="mod">
          <ac:chgData name="Jinil Kim" userId="29d0b3c36ca19528" providerId="LiveId" clId="{8CB044BD-BAB4-54D5-B8B5-5D80A84BE461}" dt="2025-12-04T01:36:19.120" v="4144" actId="20577"/>
          <ac:spMkLst>
            <pc:docMk/>
            <pc:sldMk cId="4125229" sldId="273"/>
            <ac:spMk id="2" creationId="{707B68A1-BAC4-73DF-5B31-7D9CA563B9EB}"/>
          </ac:spMkLst>
        </pc:spChg>
        <pc:spChg chg="mod">
          <ac:chgData name="Jinil Kim" userId="29d0b3c36ca19528" providerId="LiveId" clId="{8CB044BD-BAB4-54D5-B8B5-5D80A84BE461}" dt="2025-12-05T11:14:28.034" v="5641" actId="404"/>
          <ac:spMkLst>
            <pc:docMk/>
            <pc:sldMk cId="4125229" sldId="273"/>
            <ac:spMk id="3" creationId="{4291F5C1-FA30-8163-C498-AD06484D67FA}"/>
          </ac:spMkLst>
        </pc:spChg>
      </pc:sldChg>
      <pc:sldChg chg="addSp delSp modSp add mod">
        <pc:chgData name="Jinil Kim" userId="29d0b3c36ca19528" providerId="LiveId" clId="{8CB044BD-BAB4-54D5-B8B5-5D80A84BE461}" dt="2025-12-08T09:50:33.076" v="8370" actId="20577"/>
        <pc:sldMkLst>
          <pc:docMk/>
          <pc:sldMk cId="11798781" sldId="274"/>
        </pc:sldMkLst>
        <pc:spChg chg="mod">
          <ac:chgData name="Jinil Kim" userId="29d0b3c36ca19528" providerId="LiveId" clId="{8CB044BD-BAB4-54D5-B8B5-5D80A84BE461}" dt="2025-12-02T07:48:16.764" v="1019" actId="20577"/>
          <ac:spMkLst>
            <pc:docMk/>
            <pc:sldMk cId="11798781" sldId="274"/>
            <ac:spMk id="2" creationId="{C360B712-681A-43B3-4840-3A49EA82EB8E}"/>
          </ac:spMkLst>
        </pc:spChg>
        <pc:spChg chg="add del mod">
          <ac:chgData name="Jinil Kim" userId="29d0b3c36ca19528" providerId="LiveId" clId="{8CB044BD-BAB4-54D5-B8B5-5D80A84BE461}" dt="2025-12-08T09:50:33.076" v="8370" actId="20577"/>
          <ac:spMkLst>
            <pc:docMk/>
            <pc:sldMk cId="11798781" sldId="274"/>
            <ac:spMk id="3" creationId="{100915C2-1DD3-083F-5C75-927C948DB9AA}"/>
          </ac:spMkLst>
        </pc:spChg>
        <pc:picChg chg="add mod">
          <ac:chgData name="Jinil Kim" userId="29d0b3c36ca19528" providerId="LiveId" clId="{8CB044BD-BAB4-54D5-B8B5-5D80A84BE461}" dt="2025-12-04T02:16:41.500" v="5307" actId="1076"/>
          <ac:picMkLst>
            <pc:docMk/>
            <pc:sldMk cId="11798781" sldId="274"/>
            <ac:picMk id="5" creationId="{D025F3B8-DA36-58EE-DCD9-4C748D64DF5C}"/>
          </ac:picMkLst>
        </pc:picChg>
      </pc:sldChg>
      <pc:sldChg chg="addSp delSp modSp add mod">
        <pc:chgData name="Jinil Kim" userId="29d0b3c36ca19528" providerId="LiveId" clId="{8CB044BD-BAB4-54D5-B8B5-5D80A84BE461}" dt="2025-12-08T09:45:37.119" v="8301" actId="114"/>
        <pc:sldMkLst>
          <pc:docMk/>
          <pc:sldMk cId="474974608" sldId="275"/>
        </pc:sldMkLst>
        <pc:spChg chg="mod">
          <ac:chgData name="Jinil Kim" userId="29d0b3c36ca19528" providerId="LiveId" clId="{8CB044BD-BAB4-54D5-B8B5-5D80A84BE461}" dt="2025-12-04T02:18:15.991" v="5318" actId="14100"/>
          <ac:spMkLst>
            <pc:docMk/>
            <pc:sldMk cId="474974608" sldId="275"/>
            <ac:spMk id="3" creationId="{333DBE1B-4A5A-6E04-4ECF-A0F1CEDCD645}"/>
          </ac:spMkLst>
        </pc:spChg>
        <pc:spChg chg="add mod">
          <ac:chgData name="Jinil Kim" userId="29d0b3c36ca19528" providerId="LiveId" clId="{8CB044BD-BAB4-54D5-B8B5-5D80A84BE461}" dt="2025-12-08T09:45:37.119" v="8301" actId="114"/>
          <ac:spMkLst>
            <pc:docMk/>
            <pc:sldMk cId="474974608" sldId="275"/>
            <ac:spMk id="5" creationId="{464AC3AC-ABEC-45BD-BAE0-A54669217207}"/>
          </ac:spMkLst>
        </pc:spChg>
        <pc:picChg chg="add mod">
          <ac:chgData name="Jinil Kim" userId="29d0b3c36ca19528" providerId="LiveId" clId="{8CB044BD-BAB4-54D5-B8B5-5D80A84BE461}" dt="2025-12-04T02:18:29.367" v="5321" actId="1076"/>
          <ac:picMkLst>
            <pc:docMk/>
            <pc:sldMk cId="474974608" sldId="275"/>
            <ac:picMk id="4" creationId="{DED81D2C-9472-50FE-C21C-B5A72C6DAB3C}"/>
          </ac:picMkLst>
        </pc:picChg>
      </pc:sldChg>
      <pc:sldChg chg="addSp delSp modSp add mod">
        <pc:chgData name="Jinil Kim" userId="29d0b3c36ca19528" providerId="LiveId" clId="{8CB044BD-BAB4-54D5-B8B5-5D80A84BE461}" dt="2025-12-08T09:46:35.358" v="8307" actId="114"/>
        <pc:sldMkLst>
          <pc:docMk/>
          <pc:sldMk cId="3666682741" sldId="276"/>
        </pc:sldMkLst>
        <pc:spChg chg="mod">
          <ac:chgData name="Jinil Kim" userId="29d0b3c36ca19528" providerId="LiveId" clId="{8CB044BD-BAB4-54D5-B8B5-5D80A84BE461}" dt="2025-12-02T07:57:06.302" v="1522" actId="1076"/>
          <ac:spMkLst>
            <pc:docMk/>
            <pc:sldMk cId="3666682741" sldId="276"/>
            <ac:spMk id="2" creationId="{17684606-A2F1-D814-563D-E1D832C36182}"/>
          </ac:spMkLst>
        </pc:spChg>
        <pc:spChg chg="add mod">
          <ac:chgData name="Jinil Kim" userId="29d0b3c36ca19528" providerId="LiveId" clId="{8CB044BD-BAB4-54D5-B8B5-5D80A84BE461}" dt="2025-12-04T02:23:15.991" v="5483" actId="20577"/>
          <ac:spMkLst>
            <pc:docMk/>
            <pc:sldMk cId="3666682741" sldId="276"/>
            <ac:spMk id="4" creationId="{3390FA2E-15EB-21BA-B1CB-6713D34FFF52}"/>
          </ac:spMkLst>
        </pc:spChg>
        <pc:spChg chg="add mod">
          <ac:chgData name="Jinil Kim" userId="29d0b3c36ca19528" providerId="LiveId" clId="{8CB044BD-BAB4-54D5-B8B5-5D80A84BE461}" dt="2025-12-08T09:46:35.358" v="8307" actId="114"/>
          <ac:spMkLst>
            <pc:docMk/>
            <pc:sldMk cId="3666682741" sldId="276"/>
            <ac:spMk id="6" creationId="{DCAA32F9-CE13-CF8E-1F86-BF6F72773C80}"/>
          </ac:spMkLst>
        </pc:spChg>
        <pc:picChg chg="add mod">
          <ac:chgData name="Jinil Kim" userId="29d0b3c36ca19528" providerId="LiveId" clId="{8CB044BD-BAB4-54D5-B8B5-5D80A84BE461}" dt="2025-12-04T02:24:06.217" v="5491" actId="1076"/>
          <ac:picMkLst>
            <pc:docMk/>
            <pc:sldMk cId="3666682741" sldId="276"/>
            <ac:picMk id="5" creationId="{946BA1C6-8275-C741-3F34-FC07976FC960}"/>
          </ac:picMkLst>
        </pc:picChg>
      </pc:sldChg>
      <pc:sldChg chg="addSp delSp modSp add mod">
        <pc:chgData name="Jinil Kim" userId="29d0b3c36ca19528" providerId="LiveId" clId="{8CB044BD-BAB4-54D5-B8B5-5D80A84BE461}" dt="2025-12-08T09:46:43.426" v="8310" actId="114"/>
        <pc:sldMkLst>
          <pc:docMk/>
          <pc:sldMk cId="446374383" sldId="277"/>
        </pc:sldMkLst>
        <pc:spChg chg="mod">
          <ac:chgData name="Jinil Kim" userId="29d0b3c36ca19528" providerId="LiveId" clId="{8CB044BD-BAB4-54D5-B8B5-5D80A84BE461}" dt="2025-12-05T11:26:54.967" v="5815" actId="20577"/>
          <ac:spMkLst>
            <pc:docMk/>
            <pc:sldMk cId="446374383" sldId="277"/>
            <ac:spMk id="3" creationId="{169969CE-BB12-87CE-3CC6-D35319A72CA2}"/>
          </ac:spMkLst>
        </pc:spChg>
        <pc:spChg chg="add mod">
          <ac:chgData name="Jinil Kim" userId="29d0b3c36ca19528" providerId="LiveId" clId="{8CB044BD-BAB4-54D5-B8B5-5D80A84BE461}" dt="2025-12-08T09:46:43.426" v="8310" actId="114"/>
          <ac:spMkLst>
            <pc:docMk/>
            <pc:sldMk cId="446374383" sldId="277"/>
            <ac:spMk id="6" creationId="{6AE1488A-98AD-6186-93DE-70C50B417FCF}"/>
          </ac:spMkLst>
        </pc:spChg>
        <pc:picChg chg="add mod">
          <ac:chgData name="Jinil Kim" userId="29d0b3c36ca19528" providerId="LiveId" clId="{8CB044BD-BAB4-54D5-B8B5-5D80A84BE461}" dt="2025-12-05T11:54:56.205" v="7648" actId="1076"/>
          <ac:picMkLst>
            <pc:docMk/>
            <pc:sldMk cId="446374383" sldId="277"/>
            <ac:picMk id="5" creationId="{068A9D36-36E6-537F-DD1F-270CAD27A0F6}"/>
          </ac:picMkLst>
        </pc:picChg>
      </pc:sldChg>
      <pc:sldChg chg="addSp modSp add mod">
        <pc:chgData name="Jinil Kim" userId="29d0b3c36ca19528" providerId="LiveId" clId="{8CB044BD-BAB4-54D5-B8B5-5D80A84BE461}" dt="2025-12-05T11:32:30.592" v="6214" actId="1076"/>
        <pc:sldMkLst>
          <pc:docMk/>
          <pc:sldMk cId="1935000825" sldId="278"/>
        </pc:sldMkLst>
        <pc:spChg chg="mod">
          <ac:chgData name="Jinil Kim" userId="29d0b3c36ca19528" providerId="LiveId" clId="{8CB044BD-BAB4-54D5-B8B5-5D80A84BE461}" dt="2025-12-05T11:28:56.925" v="5840" actId="1076"/>
          <ac:spMkLst>
            <pc:docMk/>
            <pc:sldMk cId="1935000825" sldId="278"/>
            <ac:spMk id="3" creationId="{62F35BAF-FD12-2A3B-B51E-F24FA003FB35}"/>
          </ac:spMkLst>
        </pc:spChg>
        <pc:spChg chg="add mod">
          <ac:chgData name="Jinil Kim" userId="29d0b3c36ca19528" providerId="LiveId" clId="{8CB044BD-BAB4-54D5-B8B5-5D80A84BE461}" dt="2025-12-05T11:32:30.592" v="6214" actId="1076"/>
          <ac:spMkLst>
            <pc:docMk/>
            <pc:sldMk cId="1935000825" sldId="278"/>
            <ac:spMk id="6" creationId="{ABCF6C17-B039-B2D7-E890-8A1423B78CCF}"/>
          </ac:spMkLst>
        </pc:spChg>
        <pc:picChg chg="add mod">
          <ac:chgData name="Jinil Kim" userId="29d0b3c36ca19528" providerId="LiveId" clId="{8CB044BD-BAB4-54D5-B8B5-5D80A84BE461}" dt="2025-12-05T11:29:11.148" v="5844" actId="1076"/>
          <ac:picMkLst>
            <pc:docMk/>
            <pc:sldMk cId="1935000825" sldId="278"/>
            <ac:picMk id="5" creationId="{73BB46AB-A920-68D9-3E83-F1AF9CC0FAD1}"/>
          </ac:picMkLst>
        </pc:picChg>
      </pc:sldChg>
      <pc:sldChg chg="modSp add mod">
        <pc:chgData name="Jinil Kim" userId="29d0b3c36ca19528" providerId="LiveId" clId="{8CB044BD-BAB4-54D5-B8B5-5D80A84BE461}" dt="2025-12-08T09:52:40.290" v="8471" actId="20577"/>
        <pc:sldMkLst>
          <pc:docMk/>
          <pc:sldMk cId="912724044" sldId="280"/>
        </pc:sldMkLst>
        <pc:spChg chg="mod">
          <ac:chgData name="Jinil Kim" userId="29d0b3c36ca19528" providerId="LiveId" clId="{8CB044BD-BAB4-54D5-B8B5-5D80A84BE461}" dt="2025-12-05T11:47:45.789" v="7216" actId="20577"/>
          <ac:spMkLst>
            <pc:docMk/>
            <pc:sldMk cId="912724044" sldId="280"/>
            <ac:spMk id="2" creationId="{E159903A-12A9-C5A8-89CD-AE28C5F72C23}"/>
          </ac:spMkLst>
        </pc:spChg>
        <pc:spChg chg="mod">
          <ac:chgData name="Jinil Kim" userId="29d0b3c36ca19528" providerId="LiveId" clId="{8CB044BD-BAB4-54D5-B8B5-5D80A84BE461}" dt="2025-12-08T09:52:40.290" v="8471" actId="20577"/>
          <ac:spMkLst>
            <pc:docMk/>
            <pc:sldMk cId="912724044" sldId="280"/>
            <ac:spMk id="3" creationId="{5F77C19E-B214-4659-A358-91ED542B3BC6}"/>
          </ac:spMkLst>
        </pc:spChg>
      </pc:sldChg>
      <pc:sldChg chg="addSp modSp add mod">
        <pc:chgData name="Jinil Kim" userId="29d0b3c36ca19528" providerId="LiveId" clId="{8CB044BD-BAB4-54D5-B8B5-5D80A84BE461}" dt="2025-12-04T01:14:20.649" v="2588" actId="20577"/>
        <pc:sldMkLst>
          <pc:docMk/>
          <pc:sldMk cId="4061808272" sldId="282"/>
        </pc:sldMkLst>
        <pc:spChg chg="mod">
          <ac:chgData name="Jinil Kim" userId="29d0b3c36ca19528" providerId="LiveId" clId="{8CB044BD-BAB4-54D5-B8B5-5D80A84BE461}" dt="2025-12-04T00:54:16.482" v="1990" actId="20577"/>
          <ac:spMkLst>
            <pc:docMk/>
            <pc:sldMk cId="4061808272" sldId="282"/>
            <ac:spMk id="2" creationId="{ECA39549-27DB-FAD6-6064-D1C2EA4DD1C9}"/>
          </ac:spMkLst>
        </pc:spChg>
        <pc:spChg chg="mod">
          <ac:chgData name="Jinil Kim" userId="29d0b3c36ca19528" providerId="LiveId" clId="{8CB044BD-BAB4-54D5-B8B5-5D80A84BE461}" dt="2025-12-04T01:14:20.649" v="2588" actId="20577"/>
          <ac:spMkLst>
            <pc:docMk/>
            <pc:sldMk cId="4061808272" sldId="282"/>
            <ac:spMk id="3" creationId="{3C7A2AB0-069F-36E5-104C-21DCB0ECD4F1}"/>
          </ac:spMkLst>
        </pc:spChg>
      </pc:sldChg>
      <pc:sldChg chg="modSp add mod">
        <pc:chgData name="Jinil Kim" userId="29d0b3c36ca19528" providerId="LiveId" clId="{8CB044BD-BAB4-54D5-B8B5-5D80A84BE461}" dt="2025-12-05T11:50:09.255" v="7530" actId="20577"/>
        <pc:sldMkLst>
          <pc:docMk/>
          <pc:sldMk cId="759946734" sldId="283"/>
        </pc:sldMkLst>
        <pc:spChg chg="mod">
          <ac:chgData name="Jinil Kim" userId="29d0b3c36ca19528" providerId="LiveId" clId="{8CB044BD-BAB4-54D5-B8B5-5D80A84BE461}" dt="2025-12-04T01:03:27.122" v="2094"/>
          <ac:spMkLst>
            <pc:docMk/>
            <pc:sldMk cId="759946734" sldId="283"/>
            <ac:spMk id="2" creationId="{A76BF1AE-9270-5D06-60D5-1FCC306125AE}"/>
          </ac:spMkLst>
        </pc:spChg>
        <pc:spChg chg="mod">
          <ac:chgData name="Jinil Kim" userId="29d0b3c36ca19528" providerId="LiveId" clId="{8CB044BD-BAB4-54D5-B8B5-5D80A84BE461}" dt="2025-12-05T11:50:09.255" v="7530" actId="20577"/>
          <ac:spMkLst>
            <pc:docMk/>
            <pc:sldMk cId="759946734" sldId="283"/>
            <ac:spMk id="6" creationId="{DAF060C3-EB13-030A-734B-9865B0054DF6}"/>
          </ac:spMkLst>
        </pc:spChg>
      </pc:sldChg>
      <pc:sldChg chg="addSp delSp new mod ord modShow">
        <pc:chgData name="Jinil Kim" userId="29d0b3c36ca19528" providerId="LiveId" clId="{8CB044BD-BAB4-54D5-B8B5-5D80A84BE461}" dt="2025-12-04T01:47:03.970" v="4591" actId="729"/>
        <pc:sldMkLst>
          <pc:docMk/>
          <pc:sldMk cId="3415681311" sldId="284"/>
        </pc:sldMkLst>
        <pc:picChg chg="add">
          <ac:chgData name="Jinil Kim" userId="29d0b3c36ca19528" providerId="LiveId" clId="{8CB044BD-BAB4-54D5-B8B5-5D80A84BE461}" dt="2025-12-04T01:41:20.386" v="4470"/>
          <ac:picMkLst>
            <pc:docMk/>
            <pc:sldMk cId="3415681311" sldId="284"/>
            <ac:picMk id="4" creationId="{3AA878E8-E6CB-337A-D814-561DEA0410CA}"/>
          </ac:picMkLst>
        </pc:picChg>
      </pc:sldChg>
      <pc:sldChg chg="addSp delSp modSp new mod modShow">
        <pc:chgData name="Jinil Kim" userId="29d0b3c36ca19528" providerId="LiveId" clId="{8CB044BD-BAB4-54D5-B8B5-5D80A84BE461}" dt="2025-12-04T01:47:03.970" v="4591" actId="729"/>
        <pc:sldMkLst>
          <pc:docMk/>
          <pc:sldMk cId="714670135" sldId="285"/>
        </pc:sldMkLst>
        <pc:picChg chg="add mod">
          <ac:chgData name="Jinil Kim" userId="29d0b3c36ca19528" providerId="LiveId" clId="{8CB044BD-BAB4-54D5-B8B5-5D80A84BE461}" dt="2025-12-04T01:41:56.427" v="4479" actId="1076"/>
          <ac:picMkLst>
            <pc:docMk/>
            <pc:sldMk cId="714670135" sldId="285"/>
            <ac:picMk id="4" creationId="{3C141657-90DF-51C1-83E8-27406981846A}"/>
          </ac:picMkLst>
        </pc:picChg>
      </pc:sldChg>
      <pc:sldChg chg="addSp delSp modSp new add del mod modShow">
        <pc:chgData name="Jinil Kim" userId="29d0b3c36ca19528" providerId="LiveId" clId="{8CB044BD-BAB4-54D5-B8B5-5D80A84BE461}" dt="2025-12-04T01:47:03.970" v="4591" actId="729"/>
        <pc:sldMkLst>
          <pc:docMk/>
          <pc:sldMk cId="888378996" sldId="286"/>
        </pc:sldMkLst>
        <pc:picChg chg="add mod">
          <ac:chgData name="Jinil Kim" userId="29d0b3c36ca19528" providerId="LiveId" clId="{8CB044BD-BAB4-54D5-B8B5-5D80A84BE461}" dt="2025-12-04T01:43:47.165" v="4554" actId="1076"/>
          <ac:picMkLst>
            <pc:docMk/>
            <pc:sldMk cId="888378996" sldId="286"/>
            <ac:picMk id="5" creationId="{D7599127-77F2-12A6-0F8D-9843A0C4D5A8}"/>
          </ac:picMkLst>
        </pc:picChg>
      </pc:sldChg>
      <pc:sldChg chg="delSp modSp add mod ord modNotesTx">
        <pc:chgData name="Jinil Kim" userId="29d0b3c36ca19528" providerId="LiveId" clId="{8CB044BD-BAB4-54D5-B8B5-5D80A84BE461}" dt="2025-12-08T09:42:08.175" v="8178" actId="20577"/>
        <pc:sldMkLst>
          <pc:docMk/>
          <pc:sldMk cId="1743249547" sldId="287"/>
        </pc:sldMkLst>
        <pc:spChg chg="mod">
          <ac:chgData name="Jinil Kim" userId="29d0b3c36ca19528" providerId="LiveId" clId="{8CB044BD-BAB4-54D5-B8B5-5D80A84BE461}" dt="2025-12-04T02:02:50.735" v="5090" actId="20577"/>
          <ac:spMkLst>
            <pc:docMk/>
            <pc:sldMk cId="1743249547" sldId="287"/>
            <ac:spMk id="3" creationId="{9D488020-A279-6E26-E7AD-75D44AEA0518}"/>
          </ac:spMkLst>
        </pc:spChg>
      </pc:sldChg>
      <pc:sldChg chg="addSp delSp modSp add mod">
        <pc:chgData name="Jinil Kim" userId="29d0b3c36ca19528" providerId="LiveId" clId="{8CB044BD-BAB4-54D5-B8B5-5D80A84BE461}" dt="2025-12-04T02:29:18.142" v="5550" actId="478"/>
        <pc:sldMkLst>
          <pc:docMk/>
          <pc:sldMk cId="3239176187" sldId="288"/>
        </pc:sldMkLst>
      </pc:sldChg>
      <pc:sldChg chg="addSp delSp modSp new mod">
        <pc:chgData name="Jinil Kim" userId="29d0b3c36ca19528" providerId="LiveId" clId="{8CB044BD-BAB4-54D5-B8B5-5D80A84BE461}" dt="2025-12-04T02:31:15.202" v="5557" actId="1076"/>
        <pc:sldMkLst>
          <pc:docMk/>
          <pc:sldMk cId="4244619035" sldId="289"/>
        </pc:sldMkLst>
        <pc:picChg chg="add mod">
          <ac:chgData name="Jinil Kim" userId="29d0b3c36ca19528" providerId="LiveId" clId="{8CB044BD-BAB4-54D5-B8B5-5D80A84BE461}" dt="2025-12-04T02:31:15.202" v="5557" actId="1076"/>
          <ac:picMkLst>
            <pc:docMk/>
            <pc:sldMk cId="4244619035" sldId="289"/>
            <ac:picMk id="5" creationId="{39F78201-9A01-8300-A111-1AD988316E1A}"/>
          </ac:picMkLst>
        </pc:picChg>
      </pc:sldChg>
      <pc:sldChg chg="addSp delSp modSp add mod">
        <pc:chgData name="Jinil Kim" userId="29d0b3c36ca19528" providerId="LiveId" clId="{8CB044BD-BAB4-54D5-B8B5-5D80A84BE461}" dt="2025-12-08T09:52:07.370" v="8438" actId="1036"/>
        <pc:sldMkLst>
          <pc:docMk/>
          <pc:sldMk cId="2146731958" sldId="290"/>
        </pc:sldMkLst>
        <pc:spChg chg="mod">
          <ac:chgData name="Jinil Kim" userId="29d0b3c36ca19528" providerId="LiveId" clId="{8CB044BD-BAB4-54D5-B8B5-5D80A84BE461}" dt="2025-12-08T09:51:42.212" v="8391" actId="20577"/>
          <ac:spMkLst>
            <pc:docMk/>
            <pc:sldMk cId="2146731958" sldId="290"/>
            <ac:spMk id="3" creationId="{8DD05622-C9C8-E134-6B62-9882903C7BF3}"/>
          </ac:spMkLst>
        </pc:spChg>
        <pc:spChg chg="add mod">
          <ac:chgData name="Jinil Kim" userId="29d0b3c36ca19528" providerId="LiveId" clId="{8CB044BD-BAB4-54D5-B8B5-5D80A84BE461}" dt="2025-12-08T09:52:01.750" v="8427" actId="1076"/>
          <ac:spMkLst>
            <pc:docMk/>
            <pc:sldMk cId="2146731958" sldId="290"/>
            <ac:spMk id="4" creationId="{0DB5B1CE-DCB1-DBE0-2737-CA6FB17EA7E8}"/>
          </ac:spMkLst>
        </pc:spChg>
        <pc:spChg chg="mod">
          <ac:chgData name="Jinil Kim" userId="29d0b3c36ca19528" providerId="LiveId" clId="{8CB044BD-BAB4-54D5-B8B5-5D80A84BE461}" dt="2025-12-08T09:52:07.370" v="8438" actId="1036"/>
          <ac:spMkLst>
            <pc:docMk/>
            <pc:sldMk cId="2146731958" sldId="290"/>
            <ac:spMk id="6" creationId="{40FFA6B9-CF82-781E-F290-ED67A43467CA}"/>
          </ac:spMkLst>
        </pc:spChg>
        <pc:picChg chg="add mod modCrop">
          <ac:chgData name="Jinil Kim" userId="29d0b3c36ca19528" providerId="LiveId" clId="{8CB044BD-BAB4-54D5-B8B5-5D80A84BE461}" dt="2025-12-08T09:52:07.370" v="8438" actId="1036"/>
          <ac:picMkLst>
            <pc:docMk/>
            <pc:sldMk cId="2146731958" sldId="290"/>
            <ac:picMk id="7" creationId="{AB2CE8B6-013A-AC9D-FB0A-F6DCE5E1F43A}"/>
          </ac:picMkLst>
        </pc:picChg>
      </pc:sldChg>
      <pc:sldChg chg="addSp delSp modSp add mod">
        <pc:chgData name="Jinil Kim" userId="29d0b3c36ca19528" providerId="LiveId" clId="{8CB044BD-BAB4-54D5-B8B5-5D80A84BE461}" dt="2025-12-05T11:46:36.494" v="7127" actId="1076"/>
        <pc:sldMkLst>
          <pc:docMk/>
          <pc:sldMk cId="2215146428" sldId="291"/>
        </pc:sldMkLst>
        <pc:spChg chg="mod">
          <ac:chgData name="Jinil Kim" userId="29d0b3c36ca19528" providerId="LiveId" clId="{8CB044BD-BAB4-54D5-B8B5-5D80A84BE461}" dt="2025-12-05T11:46:36.494" v="7127" actId="1076"/>
          <ac:spMkLst>
            <pc:docMk/>
            <pc:sldMk cId="2215146428" sldId="291"/>
            <ac:spMk id="2" creationId="{69FAA110-ED6F-F62F-C9B2-5F673905341F}"/>
          </ac:spMkLst>
        </pc:spChg>
      </pc:sldChg>
      <pc:sldChg chg="modSp add mod">
        <pc:chgData name="Jinil Kim" userId="29d0b3c36ca19528" providerId="LiveId" clId="{8CB044BD-BAB4-54D5-B8B5-5D80A84BE461}" dt="2025-12-05T11:46:57.634" v="7161" actId="20577"/>
        <pc:sldMkLst>
          <pc:docMk/>
          <pc:sldMk cId="97390045" sldId="292"/>
        </pc:sldMkLst>
        <pc:spChg chg="mod">
          <ac:chgData name="Jinil Kim" userId="29d0b3c36ca19528" providerId="LiveId" clId="{8CB044BD-BAB4-54D5-B8B5-5D80A84BE461}" dt="2025-12-05T11:46:57.634" v="7161" actId="20577"/>
          <ac:spMkLst>
            <pc:docMk/>
            <pc:sldMk cId="97390045" sldId="292"/>
            <ac:spMk id="2" creationId="{26CD0F31-F837-3532-A004-B50D340AD3A8}"/>
          </ac:spMkLst>
        </pc:spChg>
      </pc:sldChg>
      <pc:sldChg chg="modSp add mod">
        <pc:chgData name="Jinil Kim" userId="29d0b3c36ca19528" providerId="LiveId" clId="{8CB044BD-BAB4-54D5-B8B5-5D80A84BE461}" dt="2025-12-05T11:47:09.790" v="7184" actId="20577"/>
        <pc:sldMkLst>
          <pc:docMk/>
          <pc:sldMk cId="123716635" sldId="293"/>
        </pc:sldMkLst>
        <pc:spChg chg="mod">
          <ac:chgData name="Jinil Kim" userId="29d0b3c36ca19528" providerId="LiveId" clId="{8CB044BD-BAB4-54D5-B8B5-5D80A84BE461}" dt="2025-12-05T11:47:09.790" v="7184" actId="20577"/>
          <ac:spMkLst>
            <pc:docMk/>
            <pc:sldMk cId="123716635" sldId="293"/>
            <ac:spMk id="2" creationId="{D03A199A-42E4-302D-A633-75CBF5236DED}"/>
          </ac:spMkLst>
        </pc:spChg>
      </pc:sldChg>
      <pc:sldChg chg="modSp add mod">
        <pc:chgData name="Jinil Kim" userId="29d0b3c36ca19528" providerId="LiveId" clId="{8CB044BD-BAB4-54D5-B8B5-5D80A84BE461}" dt="2025-12-05T11:47:29.670" v="7199" actId="20577"/>
        <pc:sldMkLst>
          <pc:docMk/>
          <pc:sldMk cId="2542592683" sldId="294"/>
        </pc:sldMkLst>
        <pc:spChg chg="mod">
          <ac:chgData name="Jinil Kim" userId="29d0b3c36ca19528" providerId="LiveId" clId="{8CB044BD-BAB4-54D5-B8B5-5D80A84BE461}" dt="2025-12-05T11:47:29.670" v="7199" actId="20577"/>
          <ac:spMkLst>
            <pc:docMk/>
            <pc:sldMk cId="2542592683" sldId="294"/>
            <ac:spMk id="2" creationId="{B70ED1EE-6B1F-5729-3490-E2E727D03DE0}"/>
          </ac:spMkLst>
        </pc:spChg>
      </pc:sldChg>
      <pc:sldChg chg="modSp add mod">
        <pc:chgData name="Jinil Kim" userId="29d0b3c36ca19528" providerId="LiveId" clId="{8CB044BD-BAB4-54D5-B8B5-5D80A84BE461}" dt="2025-12-05T12:00:26.478" v="8152" actId="20577"/>
        <pc:sldMkLst>
          <pc:docMk/>
          <pc:sldMk cId="3662857441" sldId="295"/>
        </pc:sldMkLst>
        <pc:spChg chg="mod">
          <ac:chgData name="Jinil Kim" userId="29d0b3c36ca19528" providerId="LiveId" clId="{8CB044BD-BAB4-54D5-B8B5-5D80A84BE461}" dt="2025-12-05T12:00:26.478" v="8152" actId="20577"/>
          <ac:spMkLst>
            <pc:docMk/>
            <pc:sldMk cId="3662857441" sldId="295"/>
            <ac:spMk id="2" creationId="{92257A6B-A111-86BE-C016-25E237DFA76D}"/>
          </ac:spMkLst>
        </pc:spChg>
      </pc:sldChg>
      <pc:sldChg chg="addSp delSp modSp new mod ord">
        <pc:chgData name="Jinil Kim" userId="29d0b3c36ca19528" providerId="LiveId" clId="{8CB044BD-BAB4-54D5-B8B5-5D80A84BE461}" dt="2025-12-09T01:24:05.603" v="8569" actId="1076"/>
        <pc:sldMkLst>
          <pc:docMk/>
          <pc:sldMk cId="645609443" sldId="296"/>
        </pc:sldMkLst>
        <pc:spChg chg="del">
          <ac:chgData name="Jinil Kim" userId="29d0b3c36ca19528" providerId="LiveId" clId="{8CB044BD-BAB4-54D5-B8B5-5D80A84BE461}" dt="2025-12-09T01:21:42.786" v="8473" actId="478"/>
          <ac:spMkLst>
            <pc:docMk/>
            <pc:sldMk cId="645609443" sldId="296"/>
            <ac:spMk id="2" creationId="{747EC17D-A885-1B45-468A-AA26ECF3CCA7}"/>
          </ac:spMkLst>
        </pc:spChg>
        <pc:spChg chg="del">
          <ac:chgData name="Jinil Kim" userId="29d0b3c36ca19528" providerId="LiveId" clId="{8CB044BD-BAB4-54D5-B8B5-5D80A84BE461}" dt="2025-12-09T01:21:42.786" v="8473" actId="478"/>
          <ac:spMkLst>
            <pc:docMk/>
            <pc:sldMk cId="645609443" sldId="296"/>
            <ac:spMk id="3" creationId="{8EE46ED5-2AE8-BFA2-AB30-728E86D0DC51}"/>
          </ac:spMkLst>
        </pc:spChg>
        <pc:spChg chg="add mod">
          <ac:chgData name="Jinil Kim" userId="29d0b3c36ca19528" providerId="LiveId" clId="{8CB044BD-BAB4-54D5-B8B5-5D80A84BE461}" dt="2025-12-09T01:24:05.603" v="8569" actId="1076"/>
          <ac:spMkLst>
            <pc:docMk/>
            <pc:sldMk cId="645609443" sldId="296"/>
            <ac:spMk id="6" creationId="{5B1AFFCD-5078-004A-C604-B937F254D47D}"/>
          </ac:spMkLst>
        </pc:spChg>
        <pc:picChg chg="add mod">
          <ac:chgData name="Jinil Kim" userId="29d0b3c36ca19528" providerId="LiveId" clId="{8CB044BD-BAB4-54D5-B8B5-5D80A84BE461}" dt="2025-12-09T01:23:32.641" v="8494" actId="1076"/>
          <ac:picMkLst>
            <pc:docMk/>
            <pc:sldMk cId="645609443" sldId="296"/>
            <ac:picMk id="5" creationId="{75F9E3BF-EC92-39AE-018C-C7BC88938E4D}"/>
          </ac:picMkLst>
        </pc:picChg>
      </pc:sldChg>
      <pc:sldChg chg="addSp delSp modSp new mod">
        <pc:chgData name="Jinil Kim" userId="29d0b3c36ca19528" providerId="LiveId" clId="{8CB044BD-BAB4-54D5-B8B5-5D80A84BE461}" dt="2025-12-09T01:24:49.366" v="8676" actId="1076"/>
        <pc:sldMkLst>
          <pc:docMk/>
          <pc:sldMk cId="2850132927" sldId="297"/>
        </pc:sldMkLst>
        <pc:spChg chg="del">
          <ac:chgData name="Jinil Kim" userId="29d0b3c36ca19528" providerId="LiveId" clId="{8CB044BD-BAB4-54D5-B8B5-5D80A84BE461}" dt="2025-12-09T01:22:38.118" v="8481" actId="478"/>
          <ac:spMkLst>
            <pc:docMk/>
            <pc:sldMk cId="2850132927" sldId="297"/>
            <ac:spMk id="2" creationId="{5861A832-1614-ED7A-9875-FFC74BCF0B23}"/>
          </ac:spMkLst>
        </pc:spChg>
        <pc:spChg chg="del">
          <ac:chgData name="Jinil Kim" userId="29d0b3c36ca19528" providerId="LiveId" clId="{8CB044BD-BAB4-54D5-B8B5-5D80A84BE461}" dt="2025-12-09T01:22:38.118" v="8481" actId="478"/>
          <ac:spMkLst>
            <pc:docMk/>
            <pc:sldMk cId="2850132927" sldId="297"/>
            <ac:spMk id="3" creationId="{92D00F3C-2096-646F-42F8-69BC42241BDC}"/>
          </ac:spMkLst>
        </pc:spChg>
        <pc:spChg chg="add mod">
          <ac:chgData name="Jinil Kim" userId="29d0b3c36ca19528" providerId="LiveId" clId="{8CB044BD-BAB4-54D5-B8B5-5D80A84BE461}" dt="2025-12-09T01:24:49.366" v="8676" actId="1076"/>
          <ac:spMkLst>
            <pc:docMk/>
            <pc:sldMk cId="2850132927" sldId="297"/>
            <ac:spMk id="8" creationId="{1E848F45-A45C-6045-49FF-655AFD428826}"/>
          </ac:spMkLst>
        </pc:spChg>
        <pc:picChg chg="add del mod">
          <ac:chgData name="Jinil Kim" userId="29d0b3c36ca19528" providerId="LiveId" clId="{8CB044BD-BAB4-54D5-B8B5-5D80A84BE461}" dt="2025-12-09T01:23:01.616" v="8485" actId="478"/>
          <ac:picMkLst>
            <pc:docMk/>
            <pc:sldMk cId="2850132927" sldId="297"/>
            <ac:picMk id="5" creationId="{5B78E010-7E2E-560F-FFF5-E1836BF4EC63}"/>
          </ac:picMkLst>
        </pc:picChg>
        <pc:picChg chg="add mod">
          <ac:chgData name="Jinil Kim" userId="29d0b3c36ca19528" providerId="LiveId" clId="{8CB044BD-BAB4-54D5-B8B5-5D80A84BE461}" dt="2025-12-09T01:24:11.362" v="8571" actId="1076"/>
          <ac:picMkLst>
            <pc:docMk/>
            <pc:sldMk cId="2850132927" sldId="297"/>
            <ac:picMk id="7" creationId="{F5F8D3A8-0F50-BCAC-ECA1-8078841B7A92}"/>
          </ac:picMkLst>
        </pc:picChg>
      </pc:sldChg>
      <pc:sldChg chg="delSp add del mod">
        <pc:chgData name="Jinil Kim" userId="29d0b3c36ca19528" providerId="LiveId" clId="{8CB044BD-BAB4-54D5-B8B5-5D80A84BE461}" dt="2025-12-09T01:25:11.689" v="8679" actId="2696"/>
        <pc:sldMkLst>
          <pc:docMk/>
          <pc:sldMk cId="819088535" sldId="298"/>
        </pc:sldMkLst>
        <pc:spChg chg="del">
          <ac:chgData name="Jinil Kim" userId="29d0b3c36ca19528" providerId="LiveId" clId="{8CB044BD-BAB4-54D5-B8B5-5D80A84BE461}" dt="2025-12-09T01:24:58.734" v="8678" actId="478"/>
          <ac:spMkLst>
            <pc:docMk/>
            <pc:sldMk cId="819088535" sldId="298"/>
            <ac:spMk id="8" creationId="{B16BCE78-6A36-02E7-CDE2-8A65402B7E4B}"/>
          </ac:spMkLst>
        </pc:spChg>
        <pc:picChg chg="del">
          <ac:chgData name="Jinil Kim" userId="29d0b3c36ca19528" providerId="LiveId" clId="{8CB044BD-BAB4-54D5-B8B5-5D80A84BE461}" dt="2025-12-09T01:24:58.734" v="8678" actId="478"/>
          <ac:picMkLst>
            <pc:docMk/>
            <pc:sldMk cId="819088535" sldId="298"/>
            <ac:picMk id="7" creationId="{C9A4409E-8CD5-3E42-3CE8-218271ACF66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512E2E-C8B7-3149-A328-F226D0A8E0F2}" type="datetimeFigureOut">
              <a:rPr lang="en-KR" smtClean="0"/>
              <a:t>12/9/25</a:t>
            </a:fld>
            <a:endParaRPr lang="en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098B12-B970-C241-BF0F-6C2024C4B176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356394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KR" dirty="0"/>
              <a:t>Related to the question, the</a:t>
            </a:r>
            <a:r>
              <a:rPr lang="en-US" dirty="0"/>
              <a:t>re</a:t>
            </a:r>
            <a:r>
              <a:rPr lang="en-KR" dirty="0"/>
              <a:t> is no consistent point of 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098B12-B970-C241-BF0F-6C2024C4B176}" type="slidenum">
              <a:rPr lang="en-KR" smtClean="0"/>
              <a:t>7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689749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F8578-9C64-DFAD-3717-22F436E4D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B2C4D-F4EA-206B-38AA-109586BB74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60D616-A835-FC24-1E51-DA1FCC152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6493F-DD54-3007-D3F8-70B175EEEA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098B12-B970-C241-BF0F-6C2024C4B176}" type="slidenum">
              <a:rPr lang="en-KR" smtClean="0"/>
              <a:t>9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2745379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AF6C-CA32-E753-A18D-7BDC1419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353AC9-FBFF-6343-20DB-F2DDCE908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7E8A09-23A0-25EE-6FCF-9EEDF8FEB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F53832-9465-E242-CB22-BD88ECE44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098B12-B970-C241-BF0F-6C2024C4B176}" type="slidenum">
              <a:rPr lang="en-KR" smtClean="0"/>
              <a:t>10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246308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098B12-B970-C241-BF0F-6C2024C4B176}" type="slidenum">
              <a:rPr lang="en-KR" smtClean="0"/>
              <a:t>11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5122261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D0765-F1A2-3A4F-F9B8-041E75C93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E6109C-C73F-1AAB-05E9-977A3057D1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D6E188-719E-29BC-AC58-43E39970B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738D8-27B5-2DD0-29F3-C0DF853311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098B12-B970-C241-BF0F-6C2024C4B176}" type="slidenum">
              <a:rPr lang="en-KR" smtClean="0"/>
              <a:t>12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705852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87600-EC5F-59EA-A9C9-389956B6A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CF9528-74F1-61A3-9BD7-D1782ABE00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3EB8B0-14E7-970A-3D28-BADB13806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How does hate speech influence processing &amp; reproduction?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RQ1: Does hate speech captures attention resources?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RQ</a:t>
            </a:r>
            <a:r>
              <a:rPr lang="en-US" altLang="ko-KR" dirty="0"/>
              <a:t>2</a:t>
            </a:r>
            <a:r>
              <a:rPr lang="en-US" dirty="0"/>
              <a:t>: Does hate speech impair semantic processing?</a:t>
            </a:r>
          </a:p>
          <a:p>
            <a:pPr lvl="1">
              <a:lnSpc>
                <a:spcPct val="150000"/>
              </a:lnSpc>
            </a:pPr>
            <a:r>
              <a:rPr lang="en-KR" dirty="0"/>
              <a:t>RQ</a:t>
            </a:r>
            <a:r>
              <a:rPr lang="en-US" altLang="ko-KR" dirty="0"/>
              <a:t>3</a:t>
            </a:r>
            <a:r>
              <a:rPr lang="en-KR" dirty="0"/>
              <a:t>: </a:t>
            </a:r>
            <a:r>
              <a:rPr lang="en-US" dirty="0"/>
              <a:t>Does hate speech impair retention of relevant memory?</a:t>
            </a:r>
            <a:endParaRPr lang="en-KR" dirty="0"/>
          </a:p>
          <a:p>
            <a:pPr lvl="1">
              <a:lnSpc>
                <a:spcPct val="150000"/>
              </a:lnSpc>
            </a:pPr>
            <a:r>
              <a:rPr lang="en-KR" dirty="0"/>
              <a:t>RQ</a:t>
            </a:r>
            <a:r>
              <a:rPr lang="en-US" altLang="ko-KR" dirty="0"/>
              <a:t>4</a:t>
            </a:r>
            <a:r>
              <a:rPr lang="en-KR" dirty="0"/>
              <a:t>: </a:t>
            </a:r>
            <a:r>
              <a:rPr lang="en-US" dirty="0"/>
              <a:t>Does hate speech bias content reproduction?</a:t>
            </a:r>
            <a:endParaRPr lang="en-KR" dirty="0"/>
          </a:p>
          <a:p>
            <a:pPr lvl="1">
              <a:lnSpc>
                <a:spcPct val="150000"/>
              </a:lnSpc>
            </a:pPr>
            <a:endParaRPr lang="en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AF39E-9C1B-912A-2DC1-00C9062AB4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098B12-B970-C241-BF0F-6C2024C4B176}" type="slidenum">
              <a:rPr lang="en-KR" smtClean="0"/>
              <a:t>13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4921161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1200" b="0" dirty="0"/>
              <a:t>Prediction 2a (Attention-narrowing): Negative verbs reduce resources for subsequent nouns → smaller or absent N400/P600. </a:t>
            </a:r>
          </a:p>
          <a:p>
            <a:pPr>
              <a:lnSpc>
                <a:spcPct val="150000"/>
              </a:lnSpc>
            </a:pPr>
            <a:r>
              <a:rPr lang="en-US" sz="1200" b="0" dirty="0"/>
              <a:t>Prediction 2b (Priority-binding): Emotional verbs enhance processing of subsequent nouns → larger N400/P600. </a:t>
            </a:r>
          </a:p>
          <a:p>
            <a:endParaRPr lang="en-KR" b="0" dirty="0"/>
          </a:p>
          <a:p>
            <a:endParaRPr lang="en-KR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098B12-B970-C241-BF0F-6C2024C4B176}" type="slidenum">
              <a:rPr lang="en-KR" smtClean="0"/>
              <a:t>29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3687920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9287-DCA2-EFF1-7BAE-CF616323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BB5D12-A78D-D781-24EC-413081E07F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7D52CE-52E1-A290-6A89-4CD3E83E7F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E63DE-C876-B415-9D37-8C848276F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098B12-B970-C241-BF0F-6C2024C4B176}" type="slidenum">
              <a:rPr lang="en-KR" smtClean="0"/>
              <a:t>31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4899919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6576F-668F-D2C2-61D7-BD47657EA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E87273-5F59-B555-BB99-88055D3A9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DD9C5-86C4-5B51-99D9-75C10BB8EB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06635-062A-7A29-1F34-4166DF13BA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098B12-B970-C241-BF0F-6C2024C4B176}" type="slidenum">
              <a:rPr lang="en-KR" smtClean="0"/>
              <a:t>32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071285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67848-E759-7C34-A562-D405DC619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2BA693-8722-4A5D-F0F2-E69F3015A1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B3A2A-379C-304D-CD90-2E31F06E1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6F86C-FE6A-AB49-9F40-9CD471A2FC04}" type="datetimeFigureOut">
              <a:rPr lang="en-KR" smtClean="0"/>
              <a:t>12/9/25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CA2EE-D168-83DA-08AD-B15DF7643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0C518-5A7A-D772-694F-2A8A39E0A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64D3-EE41-C442-87DA-A9766CC2B77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896921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A2351-8AB5-865B-7F40-DF63909D6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D514D2-9AFF-2E74-5125-CE06170AA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004DB-00A2-EED8-EE49-BB6B5AC8E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6F86C-FE6A-AB49-9F40-9CD471A2FC04}" type="datetimeFigureOut">
              <a:rPr lang="en-KR" smtClean="0"/>
              <a:t>12/9/25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C32A5C-DA56-D01D-0975-981107BFF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47503C-2FC3-1F4F-C5FB-911B705D5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64D3-EE41-C442-87DA-A9766CC2B77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12273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52D8D-08A4-08B5-3FD6-A667FEBB4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015481-3AA9-6517-A4D9-8CA0B6CEA4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B5B69-8204-7123-81CE-4FA34C6CD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6F86C-FE6A-AB49-9F40-9CD471A2FC04}" type="datetimeFigureOut">
              <a:rPr lang="en-KR" smtClean="0"/>
              <a:t>12/9/25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A520F-052C-7407-1903-9C78C1698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CB1FC-2240-1D69-120D-DA89CB28B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64D3-EE41-C442-87DA-A9766CC2B77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30073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9AF60-8BC5-9E80-13A8-DB65F47DB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4FBD76-102B-6531-6FD8-C9124F2613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D7982C-E785-8C98-D457-48C9E70985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425CB-9EA6-61E2-2646-9C9BEEA92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6F86C-FE6A-AB49-9F40-9CD471A2FC04}" type="datetimeFigureOut">
              <a:rPr lang="en-KR" smtClean="0"/>
              <a:t>12/9/25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AD793-9E90-D87F-6B8F-A86316E39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18077B-1E2F-3AED-BDAD-DE8D3C6C3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64D3-EE41-C442-87DA-A9766CC2B77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51583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912F-4A36-2818-59B9-B9D56A7FD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1D8863-B3ED-485F-50FD-76861BE6D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66181F-727B-3F3A-8DA2-627F20A13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19D666-EDAF-EA4B-99D0-D276518DEB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586908-A576-BC93-2FDB-AFDCD9E2DB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92C364-8CF7-FCED-E8D4-1E1DFF057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6F86C-FE6A-AB49-9F40-9CD471A2FC04}" type="datetimeFigureOut">
              <a:rPr lang="en-KR" smtClean="0"/>
              <a:t>12/9/25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209170-37B5-6B6C-6DAC-EF5DDC5F8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A43CDE-167D-2473-7F39-D7B52110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64D3-EE41-C442-87DA-A9766CC2B77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546497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E49DC-9B3A-14C5-0923-78791A4A7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BEA02B-A0BB-521D-8B0F-DD3C978EE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6F86C-FE6A-AB49-9F40-9CD471A2FC04}" type="datetimeFigureOut">
              <a:rPr lang="en-KR" smtClean="0"/>
              <a:t>12/9/25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1D890C-72B8-2E42-F3A2-87493F4EB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18523F-CB2F-6836-87B4-77434098D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64D3-EE41-C442-87DA-A9766CC2B77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003272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7608EF-7E09-A9C5-BA5E-260F5E5D3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6F86C-FE6A-AB49-9F40-9CD471A2FC04}" type="datetimeFigureOut">
              <a:rPr lang="en-KR" smtClean="0"/>
              <a:t>12/9/25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865149-B489-2795-B6DA-E00E2E6F5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C66EA-3280-3E5A-154D-62EEE9E8E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64D3-EE41-C442-87DA-A9766CC2B77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539436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BCFFE-258E-0D22-1502-19B1244A4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4341D-8F5A-FAD9-5F70-DCD006C19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D889A4-8C92-DC64-F6C2-2D252CD1F3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F45892-6970-B924-AC6D-A56F0D3BA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6F86C-FE6A-AB49-9F40-9CD471A2FC04}" type="datetimeFigureOut">
              <a:rPr lang="en-KR" smtClean="0"/>
              <a:t>12/9/25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9AA6CD-5FC2-92FB-5BFB-AC663ED7C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A2A32E-5716-70DB-374C-043FD738E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64D3-EE41-C442-87DA-A9766CC2B77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767139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3654A-F4E9-BF8E-81DB-6FD44E92C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7F3FC8-EA28-35B2-509A-F95D9A733C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B71013-C935-A370-99AF-CE7F9CAF3F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85B39D-A3C9-C437-9A39-D5B2FFBB4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6F86C-FE6A-AB49-9F40-9CD471A2FC04}" type="datetimeFigureOut">
              <a:rPr lang="en-KR" smtClean="0"/>
              <a:t>12/9/25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B568E9-8FA3-F141-BF65-9EFC5F814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282047-734E-EFBF-6FB8-61CE2C433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64D3-EE41-C442-87DA-A9766CC2B77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43383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B62A9-DE6C-9642-A6DC-4762FA8E1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F10DA2-1EB2-B1D7-897C-0BF8F51CFF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EA57F-B138-C076-10C4-E49581D5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6F86C-FE6A-AB49-9F40-9CD471A2FC04}" type="datetimeFigureOut">
              <a:rPr lang="en-KR" smtClean="0"/>
              <a:t>12/9/25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DC199-B6C3-215C-B81A-BFD91B27E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BBA7D3-D41B-E268-5625-B009C1814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64D3-EE41-C442-87DA-A9766CC2B77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136439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ADF96E-A603-63B6-8801-3FB2406B46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2E3DB5-6030-EBF8-BAB2-7B9F7AD651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79E84-4BF5-FCEA-0C8F-87E131114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6F86C-FE6A-AB49-9F40-9CD471A2FC04}" type="datetimeFigureOut">
              <a:rPr lang="en-KR" smtClean="0"/>
              <a:t>12/9/25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4C030-D52B-F4F2-907F-B6A665F8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B72973-8EFF-083E-AA4B-4DD6CE5A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64D3-EE41-C442-87DA-A9766CC2B77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076538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72CA07-5998-5EC4-4C71-4DA4D582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7CD281-7201-DF6C-687D-5E088CFDB5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3A9529-51EE-4CE8-6343-EB30E78314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56F86C-FE6A-AB49-9F40-9CD471A2FC04}" type="datetimeFigureOut">
              <a:rPr lang="en-KR" smtClean="0"/>
              <a:t>12/9/25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D09756-633B-08DF-2CE1-A4304899FD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B4019-E6B8-C731-D423-C9EE8FC521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2464D3-EE41-C442-87DA-A9766CC2B771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928381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haba6030.github.io/Linguistics_Experimen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atista.com/chart/33299/online-hate-speech-encounters/?srsltid=AfmBOoq5N_UdLnoHiBfv71NcIi37TDOQ83Vk8B2FAm6jYur9aXhPGec7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D2AD7-C4CC-C62D-F4D5-7BF9B70D4E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4000" dirty="0"/>
              <a:t>The Effect of Hate Speech on Sentence Processing and Reproduction</a:t>
            </a:r>
            <a:endParaRPr lang="en-KR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FF91F4-99CB-384E-E9CF-022942A403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Experimental Linguistics Term Project </a:t>
            </a:r>
          </a:p>
          <a:p>
            <a:r>
              <a:rPr lang="en-US" dirty="0"/>
              <a:t>Jinil Kim</a:t>
            </a:r>
          </a:p>
          <a:p>
            <a:r>
              <a:rPr lang="en-US" dirty="0"/>
              <a:t>December 9, 2025</a:t>
            </a:r>
          </a:p>
        </p:txBody>
      </p:sp>
    </p:spTree>
    <p:extLst>
      <p:ext uri="{BB962C8B-B14F-4D97-AF65-F5344CB8AC3E}">
        <p14:creationId xmlns:p14="http://schemas.microsoft.com/office/powerpoint/2010/main" val="3885268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DFB68-C2BD-63C9-F3DE-0B868CFB9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A110-ED6F-F62F-C9B2-5F67390534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45618"/>
            <a:ext cx="9144000" cy="766763"/>
          </a:xfrm>
        </p:spPr>
        <p:txBody>
          <a:bodyPr>
            <a:noAutofit/>
          </a:bodyPr>
          <a:lstStyle/>
          <a:p>
            <a:r>
              <a:rPr lang="en-US" sz="5400" dirty="0"/>
              <a:t>Background</a:t>
            </a:r>
            <a:endParaRPr lang="en-KR" sz="5400" dirty="0"/>
          </a:p>
        </p:txBody>
      </p:sp>
    </p:spTree>
    <p:extLst>
      <p:ext uri="{BB962C8B-B14F-4D97-AF65-F5344CB8AC3E}">
        <p14:creationId xmlns:p14="http://schemas.microsoft.com/office/powerpoint/2010/main" val="2215146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3C2AE-B986-A44B-4185-9EA69E95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Background: Ding et al.(2016)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34F70BB-B4D0-2100-5848-69CED6A3E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Tx/>
              <a:buChar char="-"/>
            </a:pPr>
            <a:r>
              <a:rPr lang="en-US" altLang="ko-KR" dirty="0"/>
              <a:t>How do emotional verbs affect semantic integration? 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en-US" altLang="ko-KR" dirty="0"/>
              <a:t>Method:</a:t>
            </a:r>
          </a:p>
          <a:p>
            <a:pPr lvl="1">
              <a:lnSpc>
                <a:spcPct val="150000"/>
              </a:lnSpc>
              <a:buFontTx/>
              <a:buChar char="-"/>
            </a:pPr>
            <a:r>
              <a:rPr lang="en-US" altLang="ko-KR" dirty="0"/>
              <a:t>ERP study (N400, P600) 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en-US" altLang="ko-KR" dirty="0"/>
              <a:t>Finding: Attention Narrowing Effect</a:t>
            </a:r>
          </a:p>
          <a:p>
            <a:pPr lvl="1">
              <a:lnSpc>
                <a:spcPct val="150000"/>
              </a:lnSpc>
              <a:buFontTx/>
              <a:buChar char="-"/>
            </a:pPr>
            <a:r>
              <a:rPr lang="en-US" altLang="ko-KR" dirty="0"/>
              <a:t>Emotional verbs captures cognitive resources</a:t>
            </a:r>
          </a:p>
          <a:p>
            <a:pPr lvl="1">
              <a:lnSpc>
                <a:spcPct val="150000"/>
              </a:lnSpc>
              <a:buFontTx/>
              <a:buChar char="-"/>
            </a:pPr>
            <a:r>
              <a:rPr lang="en-US" altLang="ko-KR" dirty="0"/>
              <a:t>Negative verbs impaired semantic reprocess of subsequent information</a:t>
            </a:r>
          </a:p>
        </p:txBody>
      </p:sp>
    </p:spTree>
    <p:extLst>
      <p:ext uri="{BB962C8B-B14F-4D97-AF65-F5344CB8AC3E}">
        <p14:creationId xmlns:p14="http://schemas.microsoft.com/office/powerpoint/2010/main" val="4240093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C0666-F881-0A76-0537-F93369A3B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Background: Hate Speech</a:t>
            </a:r>
          </a:p>
        </p:txBody>
      </p:sp>
      <p:pic>
        <p:nvPicPr>
          <p:cNvPr id="8" name="Picture 7" descr="A screenshot of a social media post&#10;&#10;AI-generated content may be incorrect.">
            <a:extLst>
              <a:ext uri="{FF2B5EF4-FFF2-40B4-BE49-F238E27FC236}">
                <a16:creationId xmlns:a16="http://schemas.microsoft.com/office/drawing/2014/main" id="{845743A4-858A-E55B-218A-7867F83AE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84" y="1518318"/>
            <a:ext cx="4888832" cy="48888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D4DADFA-0D93-0B00-4F29-91E4D35ED496}"/>
              </a:ext>
            </a:extLst>
          </p:cNvPr>
          <p:cNvSpPr txBox="1"/>
          <p:nvPr/>
        </p:nvSpPr>
        <p:spPr>
          <a:xfrm>
            <a:off x="5364870" y="6402943"/>
            <a:ext cx="1462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dirty="0"/>
              <a:t>Fleck. (2024)</a:t>
            </a:r>
          </a:p>
        </p:txBody>
      </p:sp>
    </p:spTree>
    <p:extLst>
      <p:ext uri="{BB962C8B-B14F-4D97-AF65-F5344CB8AC3E}">
        <p14:creationId xmlns:p14="http://schemas.microsoft.com/office/powerpoint/2010/main" val="2229173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C2D78-E5DF-5B02-F237-018DA9A92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DDF5D-E043-3D13-7FD1-0277A138F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Background: Hate Speech</a:t>
            </a:r>
          </a:p>
        </p:txBody>
      </p:sp>
      <p:pic>
        <p:nvPicPr>
          <p:cNvPr id="7" name="Picture 6" descr="A yellow face with black text&#10;&#10;AI-generated content may be incorrect.">
            <a:extLst>
              <a:ext uri="{FF2B5EF4-FFF2-40B4-BE49-F238E27FC236}">
                <a16:creationId xmlns:a16="http://schemas.microsoft.com/office/drawing/2014/main" id="{93A6DE20-B859-48FD-A660-71E3004F40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868" t="19033" r="19033" b="26304"/>
          <a:stretch>
            <a:fillRect/>
          </a:stretch>
        </p:blipFill>
        <p:spPr>
          <a:xfrm>
            <a:off x="838200" y="2586036"/>
            <a:ext cx="2465061" cy="2336800"/>
          </a:xfrm>
          <a:prstGeom prst="rect">
            <a:avLst/>
          </a:prstGeom>
        </p:spPr>
      </p:pic>
      <p:pic>
        <p:nvPicPr>
          <p:cNvPr id="9" name="Picture 8" descr="A cellphone with a pink and blue bubble&#10;&#10;AI-generated content may be incorrect.">
            <a:extLst>
              <a:ext uri="{FF2B5EF4-FFF2-40B4-BE49-F238E27FC236}">
                <a16:creationId xmlns:a16="http://schemas.microsoft.com/office/drawing/2014/main" id="{34AF5CDD-BBCE-B48D-1C28-0A3C8F76F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539" y="2113754"/>
            <a:ext cx="3281363" cy="3281363"/>
          </a:xfrm>
          <a:prstGeom prst="rect">
            <a:avLst/>
          </a:prstGeom>
        </p:spPr>
      </p:pic>
      <p:pic>
        <p:nvPicPr>
          <p:cNvPr id="11" name="Picture 10" descr="A cartoon of hands holding megaphones&#10;&#10;AI-generated content may be incorrect.">
            <a:extLst>
              <a:ext uri="{FF2B5EF4-FFF2-40B4-BE49-F238E27FC236}">
                <a16:creationId xmlns:a16="http://schemas.microsoft.com/office/drawing/2014/main" id="{7643EA75-1F11-F25F-30A8-22828A763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150" y="2198685"/>
            <a:ext cx="3111500" cy="311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064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F978F-1089-9ABD-26C5-4E7E01AB3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BF1AE-9270-5D06-60D5-1FCC30612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Background: Research Gap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AF060C3-EB13-030A-734B-9865B0054D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400" dirty="0"/>
              <a:t>Hate speech is </a:t>
            </a:r>
            <a:r>
              <a:rPr lang="en-US" sz="2400" b="1" dirty="0"/>
              <a:t>limitedly covered </a:t>
            </a:r>
            <a:r>
              <a:rPr lang="en-US" sz="2400" dirty="0"/>
              <a:t>in previous literature</a:t>
            </a:r>
          </a:p>
          <a:p>
            <a:pPr lvl="1">
              <a:lnSpc>
                <a:spcPct val="150000"/>
              </a:lnSpc>
              <a:buFontTx/>
              <a:buChar char="-"/>
            </a:pPr>
            <a:r>
              <a:rPr lang="en-US" sz="2000" dirty="0"/>
              <a:t>Soral(2017): Exposure to hate speech enhances prejudice by desensitization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400" dirty="0"/>
              <a:t>It’s </a:t>
            </a:r>
            <a:r>
              <a:rPr lang="en-US" sz="2400" b="1" dirty="0"/>
              <a:t>impact on processing and memorization </a:t>
            </a:r>
            <a:r>
              <a:rPr lang="en-US" sz="2400" dirty="0"/>
              <a:t>is not fully investigated</a:t>
            </a:r>
          </a:p>
          <a:p>
            <a:pPr lvl="1">
              <a:lnSpc>
                <a:spcPct val="150000"/>
              </a:lnSpc>
              <a:buFontTx/>
              <a:buChar char="-"/>
            </a:pPr>
            <a:r>
              <a:rPr lang="en-US" sz="2000" dirty="0"/>
              <a:t>Kensinger(2006): Emotional words enhance main memory, impair others.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400" dirty="0"/>
              <a:t>The relationship between its exposure and </a:t>
            </a:r>
            <a:r>
              <a:rPr lang="en-US" sz="2400" b="1" dirty="0"/>
              <a:t>reproduction </a:t>
            </a:r>
            <a:r>
              <a:rPr lang="en-US" sz="2400" dirty="0"/>
              <a:t>is not suggested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400" b="1" dirty="0"/>
              <a:t>Neurological evidences </a:t>
            </a:r>
            <a:r>
              <a:rPr lang="en-US" sz="2400" dirty="0"/>
              <a:t>for above effects are not fully provided.</a:t>
            </a:r>
          </a:p>
        </p:txBody>
      </p:sp>
    </p:spTree>
    <p:extLst>
      <p:ext uri="{BB962C8B-B14F-4D97-AF65-F5344CB8AC3E}">
        <p14:creationId xmlns:p14="http://schemas.microsoft.com/office/powerpoint/2010/main" val="759946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825AF-751C-CB4A-530F-FA27A24EA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28BF8-72C7-75ED-6BE0-7799428B9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907E6E-D297-F869-052A-82C1B0E1BC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How does hate speech influence processing &amp; reproduction?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RQ1: Does hate speech captures attention resources?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RQ</a:t>
            </a:r>
            <a:r>
              <a:rPr lang="en-US" altLang="ko-KR" dirty="0"/>
              <a:t>2</a:t>
            </a:r>
            <a:r>
              <a:rPr lang="en-US" dirty="0"/>
              <a:t>: Does hate speech impair semantic processing?</a:t>
            </a:r>
          </a:p>
          <a:p>
            <a:pPr lvl="1">
              <a:lnSpc>
                <a:spcPct val="150000"/>
              </a:lnSpc>
            </a:pPr>
            <a:r>
              <a:rPr lang="en-KR" dirty="0"/>
              <a:t>RQ</a:t>
            </a:r>
            <a:r>
              <a:rPr lang="en-US" altLang="ko-KR" dirty="0"/>
              <a:t>3</a:t>
            </a:r>
            <a:r>
              <a:rPr lang="en-KR" dirty="0"/>
              <a:t>: </a:t>
            </a:r>
            <a:r>
              <a:rPr lang="en-US" dirty="0"/>
              <a:t>Does hate speech impair retention of relevant memory?</a:t>
            </a:r>
            <a:endParaRPr lang="en-KR" dirty="0"/>
          </a:p>
          <a:p>
            <a:pPr lvl="1">
              <a:lnSpc>
                <a:spcPct val="150000"/>
              </a:lnSpc>
            </a:pPr>
            <a:r>
              <a:rPr lang="en-KR" dirty="0"/>
              <a:t>RQ</a:t>
            </a:r>
            <a:r>
              <a:rPr lang="en-US" altLang="ko-KR" dirty="0"/>
              <a:t>4</a:t>
            </a:r>
            <a:r>
              <a:rPr lang="en-KR" dirty="0"/>
              <a:t>: </a:t>
            </a:r>
            <a:r>
              <a:rPr lang="en-US" dirty="0"/>
              <a:t>Does hate speech bias content reproduction?</a:t>
            </a:r>
            <a:endParaRPr lang="en-KR" dirty="0"/>
          </a:p>
          <a:p>
            <a:pPr lvl="1">
              <a:lnSpc>
                <a:spcPct val="150000"/>
              </a:lnSpc>
            </a:pPr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3412332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A3828-CD91-6D7F-E279-AC0B1D8FE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D0F31-F837-3532-A004-B50D340AD3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45618"/>
            <a:ext cx="9144000" cy="766763"/>
          </a:xfrm>
        </p:spPr>
        <p:txBody>
          <a:bodyPr>
            <a:noAutofit/>
          </a:bodyPr>
          <a:lstStyle/>
          <a:p>
            <a:r>
              <a:rPr lang="en-US" sz="5400" dirty="0"/>
              <a:t>Experimental Design</a:t>
            </a:r>
            <a:endParaRPr lang="en-KR" sz="5400" dirty="0"/>
          </a:p>
        </p:txBody>
      </p:sp>
    </p:spTree>
    <p:extLst>
      <p:ext uri="{BB962C8B-B14F-4D97-AF65-F5344CB8AC3E}">
        <p14:creationId xmlns:p14="http://schemas.microsoft.com/office/powerpoint/2010/main" val="973900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1E1A9-5CDF-AB97-6721-B11261CF0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B68A1-BAC4-73DF-5B31-7D9CA563B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Design: Four-stage Design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1F5C1-FA30-8163-C498-AD06484D6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132" y="1603376"/>
            <a:ext cx="11027735" cy="5076824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sz="2400" b="1" dirty="0"/>
              <a:t>Background Reading</a:t>
            </a:r>
            <a:r>
              <a:rPr lang="en-US" sz="2400" dirty="0"/>
              <a:t>: Background passage about “Talen tribe</a:t>
            </a:r>
            <a:r>
              <a:rPr lang="en-US" sz="1900" dirty="0"/>
              <a:t>(</a:t>
            </a:r>
            <a:r>
              <a:rPr lang="ko-KR" altLang="en-US" sz="1900" dirty="0" err="1"/>
              <a:t>탈렌족</a:t>
            </a:r>
            <a:r>
              <a:rPr lang="en-US" altLang="ko-KR" sz="1900" dirty="0"/>
              <a:t>)</a:t>
            </a:r>
            <a:r>
              <a:rPr lang="en-US" sz="2400" dirty="0"/>
              <a:t>”</a:t>
            </a:r>
          </a:p>
          <a:p>
            <a:pPr>
              <a:lnSpc>
                <a:spcPct val="150000"/>
              </a:lnSpc>
            </a:pPr>
            <a:r>
              <a:rPr lang="en-US" sz="2400" b="1" dirty="0"/>
              <a:t>Self-Paced Reading</a:t>
            </a:r>
            <a:r>
              <a:rPr lang="en-US" sz="2400" dirty="0"/>
              <a:t>: word-by-word with spacebar press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RT recorded for each word</a:t>
            </a:r>
          </a:p>
          <a:p>
            <a:pPr>
              <a:lnSpc>
                <a:spcPct val="150000"/>
              </a:lnSpc>
            </a:pPr>
            <a:r>
              <a:rPr lang="en-US" sz="2400" b="1" dirty="0"/>
              <a:t>Plausibility Judgement Test</a:t>
            </a:r>
            <a:r>
              <a:rPr lang="en-US" sz="2400" dirty="0"/>
              <a:t>: Evaluate plausibility of stimuli sentences </a:t>
            </a:r>
            <a:r>
              <a:rPr lang="en-US" sz="1800" dirty="0"/>
              <a:t>(1-5 Likert Scale)</a:t>
            </a:r>
            <a:endParaRPr lang="en-US" sz="2400" dirty="0"/>
          </a:p>
          <a:p>
            <a:pPr lvl="1">
              <a:lnSpc>
                <a:spcPct val="150000"/>
              </a:lnSpc>
            </a:pPr>
            <a:r>
              <a:rPr lang="en-US" sz="2000" dirty="0"/>
              <a:t>Metrics: Judgement accuracy</a:t>
            </a:r>
          </a:p>
          <a:p>
            <a:pPr>
              <a:lnSpc>
                <a:spcPct val="150000"/>
              </a:lnSpc>
            </a:pPr>
            <a:r>
              <a:rPr lang="en-US" sz="2400" b="1" dirty="0"/>
              <a:t>Free Description Task</a:t>
            </a:r>
            <a:r>
              <a:rPr lang="en-US" sz="2400" dirty="0"/>
              <a:t>: Describe the “Talen tribe” in your own words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Metrics: Emotional valence, Factual details, Wrong information</a:t>
            </a:r>
          </a:p>
          <a:p>
            <a:pPr>
              <a:lnSpc>
                <a:spcPct val="150000"/>
              </a:lnSpc>
            </a:pPr>
            <a:r>
              <a:rPr lang="en-US" sz="2400" b="1" dirty="0"/>
              <a:t>Manipulation Check</a:t>
            </a:r>
            <a:r>
              <a:rPr lang="en-US" sz="2400" dirty="0"/>
              <a:t>: Negativity rating for all modifiers </a:t>
            </a:r>
            <a:r>
              <a:rPr lang="en-US" sz="1800" dirty="0"/>
              <a:t>(1-7 Likert Scale)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dirty="0">
                <a:hlinkClick r:id="rId3"/>
              </a:rPr>
              <a:t>https://haba6030.github.io/Linguistics_Experiment/</a:t>
            </a:r>
            <a:r>
              <a:rPr lang="en-US" sz="1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5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4E56F-4EE8-ADA4-74E3-2FA718DC9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CE70D-1AC0-DC0C-7557-AD1F8FB6E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Design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88020-A279-6E26-E7AD-75D44AEA0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27735" cy="5032375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b="1" dirty="0"/>
              <a:t>Design:</a:t>
            </a:r>
            <a:r>
              <a:rPr lang="en-US" sz="2400" dirty="0"/>
              <a:t> 2 × 2 within-subjects factorial design 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Emotion:</a:t>
            </a:r>
            <a:r>
              <a:rPr lang="ko-KR" altLang="en-US" sz="2000" dirty="0"/>
              <a:t> </a:t>
            </a:r>
            <a:r>
              <a:rPr lang="en-US" altLang="ko-KR" sz="2000" dirty="0"/>
              <a:t>Hate (H) vs. Neutral (N)</a:t>
            </a:r>
            <a:endParaRPr lang="en-US" sz="2000" dirty="0"/>
          </a:p>
          <a:p>
            <a:pPr lvl="1">
              <a:lnSpc>
                <a:spcPct val="150000"/>
              </a:lnSpc>
            </a:pPr>
            <a:r>
              <a:rPr lang="en-US" sz="2000" dirty="0"/>
              <a:t>Plausibility: Plausible (P) vs. Implausible (I)</a:t>
            </a:r>
          </a:p>
        </p:txBody>
      </p:sp>
    </p:spTree>
    <p:extLst>
      <p:ext uri="{BB962C8B-B14F-4D97-AF65-F5344CB8AC3E}">
        <p14:creationId xmlns:p14="http://schemas.microsoft.com/office/powerpoint/2010/main" val="17432495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3016-14E1-3609-C367-18690D47C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Design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4B712-DF7B-BCD0-0C4C-F33B44F315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27735" cy="503237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/>
              <a:t>Stimuli Structure: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47D62B-D094-40CF-EBCD-A276079C70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888" y="2944710"/>
            <a:ext cx="11078223" cy="2973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602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3BAC0-B4DB-7211-4504-6688CFFD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1AEF5-15E6-9FCA-BA4A-627C04C43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Design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F9EEB-D87E-4162-CB40-BE631EB30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132" y="1690688"/>
            <a:ext cx="11027735" cy="503237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Participants: </a:t>
            </a:r>
            <a:r>
              <a:rPr lang="en-US" sz="2000" dirty="0"/>
              <a:t>N = 7 Korean native speakers (University students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r>
              <a:rPr lang="en-US" altLang="ko-KR" sz="2000" dirty="0"/>
              <a:t>age: mean(SD) = 23.57(0.53)</a:t>
            </a:r>
            <a:r>
              <a:rPr lang="en-US" sz="2000" dirty="0"/>
              <a:t>)</a:t>
            </a:r>
          </a:p>
          <a:p>
            <a:pPr>
              <a:lnSpc>
                <a:spcPct val="150000"/>
              </a:lnSpc>
            </a:pPr>
            <a:r>
              <a:rPr lang="en-US" sz="2000" b="1" dirty="0"/>
              <a:t>Stimuli list:</a:t>
            </a:r>
            <a:r>
              <a:rPr lang="en-US" sz="2000" dirty="0"/>
              <a:t> 8 Topics x 2 Items x 4 conditions =</a:t>
            </a:r>
            <a:r>
              <a:rPr lang="en-US" sz="2000" b="1" dirty="0"/>
              <a:t> 64 Experimental trials + 12 fillers</a:t>
            </a:r>
          </a:p>
          <a:p>
            <a:pPr>
              <a:lnSpc>
                <a:spcPct val="150000"/>
              </a:lnSpc>
            </a:pPr>
            <a:r>
              <a:rPr lang="en-US" sz="2000" b="1" dirty="0"/>
              <a:t>Latin Square Counterbalancing: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Key Features: 4 lists, all conditions counter-balanced.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Randomization: </a:t>
            </a:r>
          </a:p>
          <a:p>
            <a:pPr lvl="2">
              <a:lnSpc>
                <a:spcPct val="150000"/>
              </a:lnSpc>
            </a:pPr>
            <a:r>
              <a:rPr lang="en-US" dirty="0"/>
              <a:t>Trial order randomized per participants</a:t>
            </a:r>
          </a:p>
          <a:p>
            <a:pPr lvl="2">
              <a:lnSpc>
                <a:spcPct val="150000"/>
              </a:lnSpc>
            </a:pPr>
            <a:r>
              <a:rPr lang="en-US" dirty="0"/>
              <a:t>Fillers randomly intermixed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31061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0047C-73D3-569F-35FF-A212EEA40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3C49E-7C68-BBE2-A793-637E8F832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Hypotheses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37BF84-689C-D21D-07E1-6601BAACF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H1: Hate modifiers will elicit </a:t>
            </a:r>
            <a:r>
              <a:rPr lang="en-US" sz="2000" b="1" dirty="0"/>
              <a:t>longer reading times (↑) </a:t>
            </a:r>
            <a:r>
              <a:rPr lang="en-US" sz="2000" dirty="0"/>
              <a:t>than neutral modifiers. </a:t>
            </a:r>
          </a:p>
          <a:p>
            <a:pPr>
              <a:lnSpc>
                <a:spcPct val="150000"/>
              </a:lnSpc>
            </a:pPr>
            <a:r>
              <a:rPr lang="en-KR" sz="2000" dirty="0"/>
              <a:t>H2: </a:t>
            </a:r>
            <a:r>
              <a:rPr lang="en-US" sz="2000" dirty="0"/>
              <a:t> Neutral-modifier sentences: Implausible &gt; Plausible RT in SPR </a:t>
            </a:r>
          </a:p>
          <a:p>
            <a:pPr marL="0" indent="0">
              <a:lnSpc>
                <a:spcPct val="150000"/>
              </a:lnSpc>
              <a:buNone/>
              <a:tabLst>
                <a:tab pos="703263" algn="l"/>
              </a:tabLst>
            </a:pPr>
            <a:r>
              <a:rPr lang="en-US" sz="2000" dirty="0"/>
              <a:t>	Hate-modifier sentences: Reduced plausibility effect in SPR</a:t>
            </a:r>
            <a:endParaRPr lang="en-KR" sz="2000" dirty="0"/>
          </a:p>
          <a:p>
            <a:pPr indent="-214313">
              <a:lnSpc>
                <a:spcPct val="150000"/>
              </a:lnSpc>
              <a:tabLst>
                <a:tab pos="657225" algn="l"/>
              </a:tabLst>
            </a:pPr>
            <a:r>
              <a:rPr lang="en-KR" sz="2000" dirty="0"/>
              <a:t>H3:</a:t>
            </a:r>
            <a:r>
              <a:rPr lang="ko-KR" altLang="en-US" sz="2000" dirty="0"/>
              <a:t> </a:t>
            </a:r>
            <a:r>
              <a:rPr lang="en-US" altLang="ko-KR" sz="2000" dirty="0"/>
              <a:t>Hate-modifier sentence </a:t>
            </a:r>
            <a:r>
              <a:rPr lang="en-US" sz="2000" dirty="0"/>
              <a:t>will </a:t>
            </a:r>
            <a:r>
              <a:rPr lang="en-US" sz="2000" b="1" dirty="0"/>
              <a:t>impair</a:t>
            </a:r>
            <a:r>
              <a:rPr lang="en-US" sz="2000" dirty="0"/>
              <a:t> </a:t>
            </a:r>
            <a:r>
              <a:rPr lang="en-US" sz="2000" b="1" dirty="0"/>
              <a:t>plausibility discriminability(↓) </a:t>
            </a:r>
            <a:r>
              <a:rPr lang="en-US" sz="2000" dirty="0"/>
              <a:t>in Plausibility 	Judgement Test.</a:t>
            </a:r>
            <a:endParaRPr lang="en-KR" sz="2000" dirty="0"/>
          </a:p>
          <a:p>
            <a:pPr>
              <a:lnSpc>
                <a:spcPct val="150000"/>
              </a:lnSpc>
              <a:tabLst>
                <a:tab pos="657225" algn="l"/>
              </a:tabLst>
            </a:pPr>
            <a:r>
              <a:rPr lang="en-KR" sz="2000" dirty="0"/>
              <a:t>H4: </a:t>
            </a:r>
            <a:r>
              <a:rPr lang="en-KR" sz="2000" b="1" dirty="0"/>
              <a:t>Negative expression users </a:t>
            </a:r>
            <a:r>
              <a:rPr lang="en-KR" sz="2000" dirty="0"/>
              <a:t>would recall </a:t>
            </a:r>
            <a:r>
              <a:rPr lang="en-KR" sz="2000" b="1" dirty="0"/>
              <a:t>fewer facts </a:t>
            </a:r>
            <a:r>
              <a:rPr lang="en-KR" sz="2000" dirty="0"/>
              <a:t>and </a:t>
            </a:r>
            <a:r>
              <a:rPr lang="en-KR" sz="2000" b="1" dirty="0"/>
              <a:t>more implausible 	information </a:t>
            </a:r>
            <a:r>
              <a:rPr lang="en-KR" sz="2000" dirty="0"/>
              <a:t>in Free Description Task.</a:t>
            </a:r>
          </a:p>
        </p:txBody>
      </p:sp>
    </p:spTree>
    <p:extLst>
      <p:ext uri="{BB962C8B-B14F-4D97-AF65-F5344CB8AC3E}">
        <p14:creationId xmlns:p14="http://schemas.microsoft.com/office/powerpoint/2010/main" val="1637739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C141657-90DF-51C1-83E8-274069818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84" y="990600"/>
            <a:ext cx="8577431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6701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A878E8-E6CB-337A-D814-561DEA041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484" y="0"/>
            <a:ext cx="76050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681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599127-77F2-12A6-0F8D-9843A0C4D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974" y="384175"/>
            <a:ext cx="9906052" cy="6089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378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0FB44-FE0B-4153-AD46-47F9DCA45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A199A-42E4-302D-A633-75CBF5236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45618"/>
            <a:ext cx="9144000" cy="766763"/>
          </a:xfrm>
        </p:spPr>
        <p:txBody>
          <a:bodyPr>
            <a:noAutofit/>
          </a:bodyPr>
          <a:lstStyle/>
          <a:p>
            <a:r>
              <a:rPr lang="en-US" sz="5400" dirty="0"/>
              <a:t>Analysis &amp; Results</a:t>
            </a:r>
            <a:endParaRPr lang="en-KR" sz="5400" dirty="0"/>
          </a:p>
        </p:txBody>
      </p:sp>
    </p:spTree>
    <p:extLst>
      <p:ext uri="{BB962C8B-B14F-4D97-AF65-F5344CB8AC3E}">
        <p14:creationId xmlns:p14="http://schemas.microsoft.com/office/powerpoint/2010/main" val="1237166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4336E-FABA-5A9F-C7B5-4BCBD689F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FCE92-FD68-5B8D-D6AA-AB4F4AD18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97856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400" dirty="0"/>
              <a:t>Outlier Exclusion Strategy </a:t>
            </a:r>
          </a:p>
          <a:p>
            <a:pPr lvl="1">
              <a:lnSpc>
                <a:spcPct val="150000"/>
              </a:lnSpc>
            </a:pPr>
            <a:r>
              <a:rPr lang="en-KR" dirty="0"/>
              <a:t>Word-level: 200ms &lt; RT &lt; 1600ms in SPR Task</a:t>
            </a:r>
          </a:p>
          <a:p>
            <a:pPr>
              <a:lnSpc>
                <a:spcPct val="150000"/>
              </a:lnSpc>
            </a:pPr>
            <a:r>
              <a:rPr lang="en-KR" sz="2400" dirty="0"/>
              <a:t>Final Dataset: </a:t>
            </a:r>
          </a:p>
          <a:p>
            <a:pPr lvl="1">
              <a:lnSpc>
                <a:spcPct val="150000"/>
              </a:lnSpc>
            </a:pPr>
            <a:r>
              <a:rPr lang="en-KR" dirty="0"/>
              <a:t>7 Participants</a:t>
            </a:r>
          </a:p>
          <a:p>
            <a:pPr lvl="1">
              <a:lnSpc>
                <a:spcPct val="150000"/>
              </a:lnSpc>
            </a:pPr>
            <a:r>
              <a:rPr lang="en-KR" dirty="0"/>
              <a:t>308 trials</a:t>
            </a:r>
            <a:r>
              <a:rPr lang="en-US" altLang="ko-KR" dirty="0"/>
              <a:t>(stimuli)</a:t>
            </a:r>
            <a:r>
              <a:rPr lang="en-KR" dirty="0"/>
              <a:t> analyzed</a:t>
            </a:r>
          </a:p>
          <a:p>
            <a:pPr lvl="1">
              <a:lnSpc>
                <a:spcPct val="150000"/>
              </a:lnSpc>
            </a:pPr>
            <a:r>
              <a:rPr lang="en-KR" dirty="0"/>
              <a:t>885 word-level observations (3 Excluded out of 888 observations)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0467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a red line&#10;&#10;AI-generated content may be incorrect.">
            <a:extLst>
              <a:ext uri="{FF2B5EF4-FFF2-40B4-BE49-F238E27FC236}">
                <a16:creationId xmlns:a16="http://schemas.microsoft.com/office/drawing/2014/main" id="{39F78201-9A01-8300-A111-1AD988316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42" y="434370"/>
            <a:ext cx="12099758" cy="5989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6190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02DBF-D024-06A5-17B1-FE7E7E38C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0B712-681A-43B3-4840-3A49EA82E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0915C2-1DD3-083F-5C75-927C948DB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72" y="1512888"/>
            <a:ext cx="11197856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KR" sz="2400" dirty="0"/>
              <a:t>Manipulation Check: Successful Manipulation (t(6) = 18.11, p &lt; .0001)</a:t>
            </a:r>
          </a:p>
          <a:p>
            <a:pPr marL="0" indent="0">
              <a:lnSpc>
                <a:spcPct val="150000"/>
              </a:lnSpc>
              <a:buNone/>
            </a:pPr>
            <a:endParaRPr lang="en-KR" sz="2400" dirty="0"/>
          </a:p>
        </p:txBody>
      </p:sp>
      <p:pic>
        <p:nvPicPr>
          <p:cNvPr id="5" name="Picture 4" descr="A graph of different types of data&#10;&#10;AI-generated content may be incorrect.">
            <a:extLst>
              <a:ext uri="{FF2B5EF4-FFF2-40B4-BE49-F238E27FC236}">
                <a16:creationId xmlns:a16="http://schemas.microsoft.com/office/drawing/2014/main" id="{D025F3B8-DA36-58EE-DCD9-4C748D64D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19580"/>
            <a:ext cx="10515600" cy="4458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87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5118D-B8D5-A523-ACE2-25AD2E5F7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9BC01-229D-1711-22BE-839EFB7E9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3DBE1B-4A5A-6E04-4ECF-A0F1CEDCD6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72" y="1690688"/>
            <a:ext cx="11197856" cy="1103312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KR" sz="2400" dirty="0"/>
              <a:t>1. Attention Capture: Hate modifiers </a:t>
            </a:r>
            <a:r>
              <a:rPr lang="en-US" sz="2400" dirty="0"/>
              <a:t>→ longer RT at modifier region</a:t>
            </a:r>
            <a:endParaRPr lang="en-KR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D81D2C-9472-50FE-C21C-B5A72C6DA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0062" y="2567781"/>
            <a:ext cx="6131876" cy="1722437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4AC3AC-ABEC-45BD-BAE0-A54669217207}"/>
              </a:ext>
            </a:extLst>
          </p:cNvPr>
          <p:cNvSpPr txBox="1">
            <a:spLocks/>
          </p:cNvSpPr>
          <p:nvPr/>
        </p:nvSpPr>
        <p:spPr>
          <a:xfrm>
            <a:off x="497072" y="4637088"/>
            <a:ext cx="11197856" cy="18557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2400" dirty="0"/>
              <a:t>Results</a:t>
            </a:r>
            <a:endParaRPr lang="en-KR" sz="2400" dirty="0"/>
          </a:p>
          <a:p>
            <a:pPr lvl="1">
              <a:lnSpc>
                <a:spcPct val="150000"/>
              </a:lnSpc>
            </a:pPr>
            <a:r>
              <a:rPr lang="en-KR" sz="2000" dirty="0"/>
              <a:t>Direction consistent, but statistically non-significant (Cohen’s d = 0.477, </a:t>
            </a:r>
            <a:r>
              <a:rPr lang="en-KR" sz="2000" i="1" dirty="0"/>
              <a:t>p</a:t>
            </a:r>
            <a:r>
              <a:rPr lang="en-KR" sz="2000" dirty="0"/>
              <a:t> = .254) 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With larger sample size, effect may reach significance</a:t>
            </a:r>
            <a:endParaRPr lang="en-KR" sz="2000" dirty="0"/>
          </a:p>
        </p:txBody>
      </p:sp>
    </p:spTree>
    <p:extLst>
      <p:ext uri="{BB962C8B-B14F-4D97-AF65-F5344CB8AC3E}">
        <p14:creationId xmlns:p14="http://schemas.microsoft.com/office/powerpoint/2010/main" val="4749746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2B5C5-E945-1918-82C3-318913CF4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592A67-A82D-3ACB-BAC4-FB47D25D76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0062" y="2567781"/>
            <a:ext cx="6131876" cy="1722437"/>
          </a:xfrm>
          <a:prstGeom prst="rect">
            <a:avLst/>
          </a:prstGeom>
        </p:spPr>
      </p:pic>
      <p:pic>
        <p:nvPicPr>
          <p:cNvPr id="7" name="Picture 6" descr="A chart of different colored boxes&#10;&#10;AI-generated content may be incorrect.">
            <a:extLst>
              <a:ext uri="{FF2B5EF4-FFF2-40B4-BE49-F238E27FC236}">
                <a16:creationId xmlns:a16="http://schemas.microsoft.com/office/drawing/2014/main" id="{D1A98CF9-0A2A-63AA-9FB1-06B60E27CE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365125"/>
            <a:ext cx="7772400" cy="6206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176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8E5D7-A0A7-9A89-2510-57A7CFEF4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84606-A2F1-D814-563D-E1D832C36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en-K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390FA2E-15EB-21BA-B1CB-6713D34FFF52}"/>
              </a:ext>
            </a:extLst>
          </p:cNvPr>
          <p:cNvSpPr txBox="1">
            <a:spLocks/>
          </p:cNvSpPr>
          <p:nvPr/>
        </p:nvSpPr>
        <p:spPr>
          <a:xfrm>
            <a:off x="497072" y="1690688"/>
            <a:ext cx="1119785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KR" sz="2400" dirty="0"/>
              <a:t>2. Attention Narrowing: </a:t>
            </a:r>
            <a:r>
              <a:rPr lang="en-US" sz="2400" dirty="0"/>
              <a:t>Hate context reduces plausibility effect</a:t>
            </a:r>
            <a:endParaRPr lang="en-KR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6BA1C6-8275-C741-3F34-FC07976FC9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72" y="3016251"/>
            <a:ext cx="7778000" cy="29098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CAA32F9-CE13-CF8E-1F86-BF6F72773C80}"/>
              </a:ext>
            </a:extLst>
          </p:cNvPr>
          <p:cNvSpPr txBox="1"/>
          <p:nvPr/>
        </p:nvSpPr>
        <p:spPr>
          <a:xfrm>
            <a:off x="8077715" y="2900363"/>
            <a:ext cx="3814570" cy="2817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Main effect of Plausibility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2000" dirty="0"/>
              <a:t>t(6) = 0.31, </a:t>
            </a:r>
            <a:r>
              <a:rPr lang="en-US" sz="2000" i="1" dirty="0"/>
              <a:t>p</a:t>
            </a:r>
            <a:r>
              <a:rPr lang="en-US" sz="2000" dirty="0"/>
              <a:t> = .599 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Emotion × Plausibility interaction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2000" dirty="0"/>
              <a:t>t(6) = 0.00, </a:t>
            </a:r>
            <a:r>
              <a:rPr lang="en-US" sz="2000" i="1" dirty="0"/>
              <a:t>p</a:t>
            </a:r>
            <a:r>
              <a:rPr lang="en-US" sz="2000" dirty="0"/>
              <a:t> = .995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sz="2000" dirty="0"/>
          </a:p>
          <a:p>
            <a:pPr algn="ctr">
              <a:lnSpc>
                <a:spcPct val="150000"/>
              </a:lnSpc>
            </a:pPr>
            <a:r>
              <a:rPr lang="en-US" sz="2000" b="1" dirty="0"/>
              <a:t>Hypothesis not supported</a:t>
            </a:r>
          </a:p>
        </p:txBody>
      </p:sp>
    </p:spTree>
    <p:extLst>
      <p:ext uri="{BB962C8B-B14F-4D97-AF65-F5344CB8AC3E}">
        <p14:creationId xmlns:p14="http://schemas.microsoft.com/office/powerpoint/2010/main" val="36666827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person with a red line&#10;&#10;AI-generated content may be incorrect.">
            <a:extLst>
              <a:ext uri="{FF2B5EF4-FFF2-40B4-BE49-F238E27FC236}">
                <a16:creationId xmlns:a16="http://schemas.microsoft.com/office/drawing/2014/main" id="{75F9E3BF-EC92-39AE-018C-C7BC88938E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154" y="643906"/>
            <a:ext cx="8647692" cy="50209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1AFFCD-5078-004A-C604-B937F254D47D}"/>
              </a:ext>
            </a:extLst>
          </p:cNvPr>
          <p:cNvSpPr txBox="1"/>
          <p:nvPr/>
        </p:nvSpPr>
        <p:spPr>
          <a:xfrm>
            <a:off x="2894258" y="6214094"/>
            <a:ext cx="6403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Marginal difference in modifier RT, but not in other components</a:t>
            </a:r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6456094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green and orange lines&#10;&#10;AI-generated content may be incorrect.">
            <a:extLst>
              <a:ext uri="{FF2B5EF4-FFF2-40B4-BE49-F238E27FC236}">
                <a16:creationId xmlns:a16="http://schemas.microsoft.com/office/drawing/2014/main" id="{F5F8D3A8-0F50-BCAC-ECA1-8078841B7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141" y="667706"/>
            <a:ext cx="8639717" cy="50162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848F45-A45C-6045-49FF-655AFD428826}"/>
              </a:ext>
            </a:extLst>
          </p:cNvPr>
          <p:cNvSpPr txBox="1"/>
          <p:nvPr/>
        </p:nvSpPr>
        <p:spPr>
          <a:xfrm>
            <a:off x="2549996" y="6190294"/>
            <a:ext cx="7092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difference, including plausibility effect (Fact component) observed</a:t>
            </a:r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28501329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B31F1-ADC2-C014-0620-3394FB715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A2B79-291D-57CD-63ED-F5B04FAEC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969CE-BB12-87CE-3CC6-D35319A72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72" y="1727270"/>
            <a:ext cx="11197856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KR" sz="2400" dirty="0"/>
              <a:t>3. </a:t>
            </a:r>
            <a:r>
              <a:rPr lang="en-US" sz="2400" dirty="0"/>
              <a:t>Plausibility Judgement</a:t>
            </a:r>
            <a:r>
              <a:rPr lang="en-KR" sz="2400" dirty="0"/>
              <a:t>: </a:t>
            </a:r>
            <a:r>
              <a:rPr lang="en-US" sz="2400" dirty="0"/>
              <a:t>Hate context → Plausibility discrimination</a:t>
            </a:r>
          </a:p>
          <a:p>
            <a:pPr marL="457200" lvl="1" indent="0">
              <a:lnSpc>
                <a:spcPct val="150000"/>
              </a:lnSpc>
              <a:buNone/>
            </a:pPr>
            <a:endParaRPr lang="en-KR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8A9D36-36E6-537F-DD1F-270CAD27A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066" y="2535075"/>
            <a:ext cx="6167868" cy="2406973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AE1488A-98AD-6186-93DE-70C50B417FCF}"/>
              </a:ext>
            </a:extLst>
          </p:cNvPr>
          <p:cNvSpPr txBox="1">
            <a:spLocks/>
          </p:cNvSpPr>
          <p:nvPr/>
        </p:nvSpPr>
        <p:spPr>
          <a:xfrm>
            <a:off x="497072" y="4821959"/>
            <a:ext cx="11197856" cy="185578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2000" dirty="0"/>
              <a:t>Results</a:t>
            </a:r>
            <a:endParaRPr lang="en-KR" sz="2000" dirty="0"/>
          </a:p>
          <a:p>
            <a:pPr lvl="1">
              <a:lnSpc>
                <a:spcPct val="150000"/>
              </a:lnSpc>
            </a:pPr>
            <a:r>
              <a:rPr lang="en-US" sz="1800" dirty="0"/>
              <a:t>Main effect of Emotion: t(6) = 1.37, </a:t>
            </a:r>
            <a:r>
              <a:rPr lang="en-US" sz="1800" i="1" dirty="0"/>
              <a:t>p</a:t>
            </a:r>
            <a:r>
              <a:rPr lang="en-US" sz="1800" dirty="0"/>
              <a:t> = .218 </a:t>
            </a:r>
          </a:p>
          <a:p>
            <a:pPr lvl="1">
              <a:lnSpc>
                <a:spcPct val="150000"/>
              </a:lnSpc>
            </a:pPr>
            <a:r>
              <a:rPr lang="en-US" sz="1800" dirty="0"/>
              <a:t>Main effect of Plausibility: t(6) = 2.43, </a:t>
            </a:r>
            <a:r>
              <a:rPr lang="en-US" sz="1800" i="1" dirty="0"/>
              <a:t>p</a:t>
            </a:r>
            <a:r>
              <a:rPr lang="en-US" sz="1800" dirty="0"/>
              <a:t> = .052 </a:t>
            </a:r>
          </a:p>
          <a:p>
            <a:pPr lvl="1">
              <a:lnSpc>
                <a:spcPct val="150000"/>
              </a:lnSpc>
            </a:pPr>
            <a:r>
              <a:rPr lang="en-US" sz="1800" dirty="0"/>
              <a:t>Emotion × Plausibility interaction: t(6) = 18.84, </a:t>
            </a:r>
            <a:r>
              <a:rPr lang="en-US" sz="1800" i="1" dirty="0"/>
              <a:t>p</a:t>
            </a:r>
            <a:r>
              <a:rPr lang="en-US" sz="1800" dirty="0"/>
              <a:t> = .002</a:t>
            </a:r>
            <a:endParaRPr lang="en-KR" sz="1800" dirty="0"/>
          </a:p>
        </p:txBody>
      </p:sp>
    </p:spTree>
    <p:extLst>
      <p:ext uri="{BB962C8B-B14F-4D97-AF65-F5344CB8AC3E}">
        <p14:creationId xmlns:p14="http://schemas.microsoft.com/office/powerpoint/2010/main" val="4463743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5CA4D-F376-A64D-4B6F-B853EF808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8552-E8C7-81B8-5A5C-9A585C2D8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F35BAF-FD12-2A3B-B51E-F24FA003F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72" y="1462723"/>
            <a:ext cx="11197856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KR" sz="2400" dirty="0"/>
              <a:t>4. Reproduction Bias: </a:t>
            </a:r>
            <a:r>
              <a:rPr lang="en-US" sz="2400" dirty="0"/>
              <a:t>Hate context → negative descriptors, fewer facts</a:t>
            </a:r>
            <a:endParaRPr lang="en-KR" sz="2400" dirty="0"/>
          </a:p>
        </p:txBody>
      </p:sp>
      <p:pic>
        <p:nvPicPr>
          <p:cNvPr id="5" name="Picture 4" descr="A graph with green and orange bars&#10;&#10;AI-generated content may be incorrect.">
            <a:extLst>
              <a:ext uri="{FF2B5EF4-FFF2-40B4-BE49-F238E27FC236}">
                <a16:creationId xmlns:a16="http://schemas.microsoft.com/office/drawing/2014/main" id="{73BB46AB-A920-68D9-3E83-F1AF9CC0FA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72" y="2788286"/>
            <a:ext cx="8122463" cy="34439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CF6C17-B039-B2D7-E890-8A1423B78CCF}"/>
              </a:ext>
            </a:extLst>
          </p:cNvPr>
          <p:cNvSpPr txBox="1"/>
          <p:nvPr/>
        </p:nvSpPr>
        <p:spPr>
          <a:xfrm>
            <a:off x="8857150" y="2788286"/>
            <a:ext cx="2904962" cy="36072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KR" dirty="0"/>
              <a:t>Using  negative expression*</a:t>
            </a:r>
          </a:p>
          <a:p>
            <a:pPr>
              <a:lnSpc>
                <a:spcPct val="150000"/>
              </a:lnSpc>
            </a:pPr>
            <a:r>
              <a:rPr lang="en-KR" dirty="0"/>
              <a:t>→ Less factual details</a:t>
            </a:r>
          </a:p>
          <a:p>
            <a:pPr>
              <a:lnSpc>
                <a:spcPct val="150000"/>
              </a:lnSpc>
            </a:pPr>
            <a:r>
              <a:rPr lang="en-KR" dirty="0"/>
              <a:t>→ More false information**</a:t>
            </a:r>
          </a:p>
          <a:p>
            <a:pPr>
              <a:lnSpc>
                <a:spcPct val="150000"/>
              </a:lnSpc>
            </a:pPr>
            <a:endParaRPr lang="en-KR" sz="1600" dirty="0"/>
          </a:p>
          <a:p>
            <a:pPr>
              <a:lnSpc>
                <a:spcPct val="150000"/>
              </a:lnSpc>
            </a:pPr>
            <a:r>
              <a:rPr lang="en-KR" sz="1600" dirty="0"/>
              <a:t>e.g. </a:t>
            </a:r>
          </a:p>
          <a:p>
            <a:pPr>
              <a:lnSpc>
                <a:spcPct val="150000"/>
              </a:lnSpc>
            </a:pPr>
            <a:r>
              <a:rPr lang="ko-KR" altLang="en-US" sz="1600" dirty="0"/>
              <a:t>* 천박한</a:t>
            </a:r>
            <a:r>
              <a:rPr lang="en-US" altLang="ko-KR" sz="1600" dirty="0"/>
              <a:t>,</a:t>
            </a:r>
            <a:r>
              <a:rPr lang="ko-KR" altLang="en-US" sz="1600" dirty="0"/>
              <a:t> 무지한</a:t>
            </a:r>
            <a:r>
              <a:rPr lang="en-US" altLang="ko-KR" sz="1600" dirty="0"/>
              <a:t>,</a:t>
            </a:r>
            <a:r>
              <a:rPr lang="ko-KR" altLang="en-US" sz="1600" dirty="0"/>
              <a:t> 수준 낮은</a:t>
            </a: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en-US" altLang="ko-KR" sz="1600" dirty="0"/>
              <a:t>    </a:t>
            </a:r>
            <a:r>
              <a:rPr lang="en-US" altLang="ko-KR" sz="1400" dirty="0"/>
              <a:t>(Crude, Ignorant, Low-class)</a:t>
            </a:r>
          </a:p>
          <a:p>
            <a:pPr>
              <a:lnSpc>
                <a:spcPct val="150000"/>
              </a:lnSpc>
            </a:pPr>
            <a:r>
              <a:rPr lang="ko-KR" altLang="en-US" sz="1600" dirty="0"/>
              <a:t>** 금속을 씹어먹는다</a:t>
            </a: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sz="1600" dirty="0"/>
              <a:t>      </a:t>
            </a:r>
            <a:r>
              <a:rPr lang="en-US" altLang="ko-KR" sz="1400" dirty="0"/>
              <a:t>(Bites metal)</a:t>
            </a:r>
            <a:endParaRPr lang="en-KR" sz="1600" dirty="0"/>
          </a:p>
        </p:txBody>
      </p:sp>
    </p:spTree>
    <p:extLst>
      <p:ext uri="{BB962C8B-B14F-4D97-AF65-F5344CB8AC3E}">
        <p14:creationId xmlns:p14="http://schemas.microsoft.com/office/powerpoint/2010/main" val="19350008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35F4D-1FA1-1674-439D-EA90800EE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7C69E-0B32-3207-95F6-DF3F6E1B7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05622-C9C8-E134-6B62-9882903C7B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72" y="1462723"/>
            <a:ext cx="11197856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KR" sz="2400" dirty="0"/>
              <a:t>5. H3 x H4: </a:t>
            </a:r>
            <a:r>
              <a:rPr lang="en-US" sz="2400" dirty="0"/>
              <a:t>Impaired plausibility discrimination → Fact Recall </a:t>
            </a:r>
            <a:endParaRPr lang="en-KR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FFA6B9-CF82-781E-F290-ED67A43467CA}"/>
              </a:ext>
            </a:extLst>
          </p:cNvPr>
          <p:cNvSpPr txBox="1"/>
          <p:nvPr/>
        </p:nvSpPr>
        <p:spPr>
          <a:xfrm>
            <a:off x="8432759" y="2332020"/>
            <a:ext cx="3159776" cy="4027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KR" dirty="0"/>
              <a:t>Better evaluating plausibility </a:t>
            </a:r>
          </a:p>
          <a:p>
            <a:pPr>
              <a:lnSpc>
                <a:spcPct val="150000"/>
              </a:lnSpc>
            </a:pPr>
            <a:r>
              <a:rPr lang="en-KR" dirty="0"/>
              <a:t>in Neutral Condition</a:t>
            </a:r>
          </a:p>
          <a:p>
            <a:pPr>
              <a:lnSpc>
                <a:spcPct val="150000"/>
              </a:lnSpc>
            </a:pPr>
            <a:r>
              <a:rPr lang="en-KR" b="1" dirty="0"/>
              <a:t>→ More fact recalls</a:t>
            </a:r>
          </a:p>
          <a:p>
            <a:pPr>
              <a:lnSpc>
                <a:spcPct val="150000"/>
              </a:lnSpc>
            </a:pPr>
            <a:r>
              <a:rPr lang="en-KR" sz="1600" dirty="0"/>
              <a:t>(r = 0.719, </a:t>
            </a:r>
            <a:r>
              <a:rPr lang="en-KR" sz="1600" i="1" dirty="0"/>
              <a:t>p</a:t>
            </a:r>
            <a:r>
              <a:rPr lang="en-KR" sz="1600" dirty="0"/>
              <a:t>&lt;.069)</a:t>
            </a:r>
          </a:p>
          <a:p>
            <a:pPr>
              <a:lnSpc>
                <a:spcPct val="150000"/>
              </a:lnSpc>
            </a:pPr>
            <a:endParaRPr lang="en-KR" sz="1600" dirty="0"/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Worse evaluating plausibility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 Hate Modifier Condition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→ Marginally less fact recalls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(r = 0.533, </a:t>
            </a:r>
            <a:r>
              <a:rPr kumimoji="0" lang="en-KR" sz="1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  <a:r>
              <a:rPr kumimoji="0" lang="en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&lt;.217)</a:t>
            </a:r>
          </a:p>
          <a:p>
            <a:pPr>
              <a:lnSpc>
                <a:spcPct val="150000"/>
              </a:lnSpc>
            </a:pPr>
            <a:endParaRPr lang="en-KR" sz="1600" dirty="0"/>
          </a:p>
        </p:txBody>
      </p:sp>
      <p:pic>
        <p:nvPicPr>
          <p:cNvPr id="7" name="Picture 6" descr="A collage of graphs&#10;&#10;AI-generated content may be incorrect.">
            <a:extLst>
              <a:ext uri="{FF2B5EF4-FFF2-40B4-BE49-F238E27FC236}">
                <a16:creationId xmlns:a16="http://schemas.microsoft.com/office/drawing/2014/main" id="{AB2CE8B6-013A-AC9D-FB0A-F6DCE5E1F4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199" b="51957"/>
          <a:stretch>
            <a:fillRect/>
          </a:stretch>
        </p:blipFill>
        <p:spPr>
          <a:xfrm>
            <a:off x="714240" y="2461155"/>
            <a:ext cx="7718519" cy="35513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B5B1CE-DCB1-DBE0-2737-CA6FB17EA7E8}"/>
              </a:ext>
            </a:extLst>
          </p:cNvPr>
          <p:cNvSpPr txBox="1"/>
          <p:nvPr/>
        </p:nvSpPr>
        <p:spPr>
          <a:xfrm>
            <a:off x="4290281" y="6322765"/>
            <a:ext cx="3611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dirty="0"/>
              <a:t>Processing &amp; Production Interacts!</a:t>
            </a:r>
          </a:p>
        </p:txBody>
      </p:sp>
    </p:spTree>
    <p:extLst>
      <p:ext uri="{BB962C8B-B14F-4D97-AF65-F5344CB8AC3E}">
        <p14:creationId xmlns:p14="http://schemas.microsoft.com/office/powerpoint/2010/main" val="21467319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96AF1-084A-234E-93F0-C23DD889B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A7CE9-88EA-3B8A-0C1F-653E2D2230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Attention Narrowing of Hate Modifiers</a:t>
            </a:r>
          </a:p>
          <a:p>
            <a:pPr lvl="1">
              <a:lnSpc>
                <a:spcPct val="150000"/>
              </a:lnSpc>
            </a:pPr>
            <a:r>
              <a:rPr lang="en-US" sz="1600" dirty="0"/>
              <a:t>H1: Hate modifiers </a:t>
            </a:r>
            <a:r>
              <a:rPr lang="en-US" sz="1600" u="sng" dirty="0"/>
              <a:t>elicited</a:t>
            </a:r>
            <a:r>
              <a:rPr lang="en-US" sz="1600" b="1" u="sng" dirty="0"/>
              <a:t> </a:t>
            </a:r>
            <a:r>
              <a:rPr lang="en-US" sz="1600" u="sng" dirty="0"/>
              <a:t>marginally longer reading times </a:t>
            </a:r>
            <a:r>
              <a:rPr lang="en-US" sz="1600" dirty="0"/>
              <a:t>(↑) than neutral modifiers. </a:t>
            </a:r>
          </a:p>
          <a:p>
            <a:pPr lvl="1">
              <a:lnSpc>
                <a:spcPct val="150000"/>
              </a:lnSpc>
            </a:pPr>
            <a:r>
              <a:rPr lang="en-KR" sz="1600" dirty="0"/>
              <a:t>H2: No plausibility effect and hate-modifier’s interaction in SPR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Plausibility Impairment</a:t>
            </a:r>
          </a:p>
          <a:p>
            <a:pPr lvl="1">
              <a:lnSpc>
                <a:spcPct val="150000"/>
              </a:lnSpc>
            </a:pPr>
            <a:r>
              <a:rPr lang="en-KR" sz="1600" dirty="0"/>
              <a:t>H3:</a:t>
            </a:r>
            <a:r>
              <a:rPr lang="ko-KR" altLang="en-US" sz="1600" dirty="0"/>
              <a:t> </a:t>
            </a:r>
            <a:r>
              <a:rPr lang="en-US" altLang="ko-KR" sz="1600" dirty="0"/>
              <a:t>Hate-modifier sentence </a:t>
            </a:r>
            <a:r>
              <a:rPr lang="en-US" sz="1600" u="sng" dirty="0"/>
              <a:t>impaired plausibility discriminability</a:t>
            </a:r>
            <a:r>
              <a:rPr lang="en-US" sz="1600" dirty="0"/>
              <a:t> in Plausibility Judgement Test.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Influence on Reproduction</a:t>
            </a:r>
            <a:endParaRPr lang="en-KR" sz="2000" dirty="0"/>
          </a:p>
          <a:p>
            <a:pPr lvl="1">
              <a:lnSpc>
                <a:spcPct val="150000"/>
              </a:lnSpc>
            </a:pPr>
            <a:r>
              <a:rPr lang="en-KR" sz="1600" dirty="0"/>
              <a:t>H4: </a:t>
            </a:r>
            <a:r>
              <a:rPr lang="en-KR" sz="1600" u="sng" dirty="0"/>
              <a:t>Usage of Negative expression</a:t>
            </a:r>
            <a:r>
              <a:rPr lang="en-KR" sz="1600" b="1" dirty="0"/>
              <a:t> </a:t>
            </a:r>
            <a:r>
              <a:rPr lang="en-KR" sz="1600" dirty="0"/>
              <a:t>was relevant to </a:t>
            </a:r>
            <a:r>
              <a:rPr lang="en-KR" sz="1600" u="sng" dirty="0"/>
              <a:t>fewer fact recall</a:t>
            </a:r>
            <a:r>
              <a:rPr lang="en-KR" sz="1600" dirty="0"/>
              <a:t> and </a:t>
            </a:r>
            <a:r>
              <a:rPr lang="en-KR" sz="1600" u="sng" dirty="0"/>
              <a:t>more implausible information</a:t>
            </a:r>
            <a:r>
              <a:rPr lang="en-KR" sz="1600" b="1" dirty="0"/>
              <a:t> </a:t>
            </a:r>
            <a:r>
              <a:rPr lang="en-KR" sz="1600" dirty="0"/>
              <a:t>in Free Description Task.</a:t>
            </a:r>
          </a:p>
          <a:p>
            <a:pPr lvl="1">
              <a:lnSpc>
                <a:spcPct val="150000"/>
              </a:lnSpc>
            </a:pPr>
            <a:r>
              <a:rPr lang="en-KR" sz="1600" dirty="0"/>
              <a:t>H3 x H4: </a:t>
            </a:r>
            <a:r>
              <a:rPr lang="en-KR" sz="1600" u="sng" dirty="0"/>
              <a:t>Impaired plausibility discriminability</a:t>
            </a:r>
            <a:r>
              <a:rPr lang="en-KR" sz="1600" b="1" dirty="0"/>
              <a:t> </a:t>
            </a:r>
            <a:r>
              <a:rPr lang="en-KR" sz="1600" dirty="0"/>
              <a:t>was correlated to </a:t>
            </a:r>
            <a:r>
              <a:rPr lang="en-KR" sz="1600" u="sng" dirty="0"/>
              <a:t>fact recall</a:t>
            </a:r>
            <a:r>
              <a:rPr lang="en-KR" sz="16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26871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A7A24-EF66-8FFC-5F4D-B4F214702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ED1EE-6B1F-5729-3490-E2E727D03D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45618"/>
            <a:ext cx="9144000" cy="766763"/>
          </a:xfrm>
        </p:spPr>
        <p:txBody>
          <a:bodyPr>
            <a:noAutofit/>
          </a:bodyPr>
          <a:lstStyle/>
          <a:p>
            <a:r>
              <a:rPr lang="en-US" sz="5400" dirty="0"/>
              <a:t>Conclusion</a:t>
            </a:r>
            <a:endParaRPr lang="en-KR" sz="5400" dirty="0"/>
          </a:p>
        </p:txBody>
      </p:sp>
    </p:spTree>
    <p:extLst>
      <p:ext uri="{BB962C8B-B14F-4D97-AF65-F5344CB8AC3E}">
        <p14:creationId xmlns:p14="http://schemas.microsoft.com/office/powerpoint/2010/main" val="25425926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72B64-F12E-0F6B-6F0E-AA4DBFC00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9903A-12A9-C5A8-89CD-AE28C5F72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&amp; Limitations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7C19E-B214-4659-A358-91ED542B3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458" y="1460499"/>
            <a:ext cx="11417084" cy="5032376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sz="2400" dirty="0"/>
              <a:t>Discussion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First preliminary Study on the effect of hate speech on perception, reproduction and their interaction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A few significant results besides small N (N=7)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Limitations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No significant difference in RT 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Attenuated effects due to mixed hate-modifier &amp; neutral modifiers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Feedbacks: Excessive cognitive burden (76 consecutive SPR) &amp; Vague term of ‘plausibility</a:t>
            </a:r>
            <a:r>
              <a:rPr lang="en-US" sz="1700" dirty="0"/>
              <a:t>(</a:t>
            </a:r>
            <a:r>
              <a:rPr lang="ko-KR" altLang="en-US" sz="1700" dirty="0"/>
              <a:t>그럴듯함</a:t>
            </a:r>
            <a:r>
              <a:rPr lang="en-US" altLang="ko-KR" sz="1700" dirty="0"/>
              <a:t>)</a:t>
            </a:r>
            <a:r>
              <a:rPr lang="en-US" sz="2000" dirty="0"/>
              <a:t>’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Future Directions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Between Subject or Block design (Hate-modifier condition ⇔ Neutral condition)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Neurological Evidence</a:t>
            </a:r>
            <a:r>
              <a:rPr lang="ko-KR" altLang="en-US" sz="2000" dirty="0"/>
              <a:t> </a:t>
            </a:r>
            <a:r>
              <a:rPr lang="en-US" altLang="ko-KR" sz="2000" dirty="0"/>
              <a:t>with EEG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9127240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1695C-354A-909C-0F51-1CE9E8AE7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39549-27DB-FAD6-6064-D1C2EA4DD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A2AB0-069F-36E5-104C-21DCB0ECD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219660" cy="5032376"/>
          </a:xfrm>
        </p:spPr>
        <p:txBody>
          <a:bodyPr>
            <a:normAutofit/>
          </a:bodyPr>
          <a:lstStyle/>
          <a:p>
            <a:pPr marL="226800" indent="-457200">
              <a:lnSpc>
                <a:spcPct val="150000"/>
              </a:lnSpc>
              <a:buNone/>
            </a:pPr>
            <a:r>
              <a:rPr lang="en-US" sz="1600" dirty="0"/>
              <a:t>Ding, J., Wang, L. &amp; Yang, Y. The dynamic influence of emotional words on sentence comprehension: An ERP study. </a:t>
            </a:r>
            <a:r>
              <a:rPr lang="en-US" sz="1600" dirty="0" err="1"/>
              <a:t>Cogn</a:t>
            </a:r>
            <a:r>
              <a:rPr lang="en-US" sz="1600" dirty="0"/>
              <a:t> Affect </a:t>
            </a:r>
            <a:r>
              <a:rPr lang="en-US" sz="1600" dirty="0" err="1"/>
              <a:t>Behav</a:t>
            </a:r>
            <a:r>
              <a:rPr lang="en-US" sz="1600" dirty="0"/>
              <a:t> </a:t>
            </a:r>
            <a:r>
              <a:rPr lang="en-US" sz="1600" dirty="0" err="1"/>
              <a:t>Neurosci</a:t>
            </a:r>
            <a:r>
              <a:rPr lang="en-US" sz="1600" dirty="0"/>
              <a:t> 16, 433–446 (2016). https://</a:t>
            </a:r>
            <a:r>
              <a:rPr lang="en-US" sz="1600" dirty="0" err="1"/>
              <a:t>doi.org</a:t>
            </a:r>
            <a:r>
              <a:rPr lang="en-US" sz="1600" dirty="0"/>
              <a:t>/10.3758/s13415-016-0403-x</a:t>
            </a:r>
          </a:p>
          <a:p>
            <a:pPr marL="226800" indent="-457200">
              <a:lnSpc>
                <a:spcPct val="150000"/>
              </a:lnSpc>
              <a:buNone/>
            </a:pPr>
            <a:r>
              <a:rPr lang="en-US" sz="1600" dirty="0"/>
              <a:t>Fleck, A. (October 21, 2024). 2 in 3 People Often Encounter Hate Speech Online [Digital image]. Retrieved December 04, 2025, from </a:t>
            </a:r>
            <a:r>
              <a:rPr lang="en-US" sz="1600" dirty="0">
                <a:hlinkClick r:id="rId3"/>
              </a:rPr>
              <a:t>https://www.statista.com/chart/33299/online-hate-speech-encounters/?srsltid=AfmBOoq5N_UdLnoHiBfv71NcIi37TDOQ83Vk8B2FAm6jYur9aXhPGec7</a:t>
            </a:r>
            <a:endParaRPr lang="en-US" sz="1600" dirty="0"/>
          </a:p>
          <a:p>
            <a:pPr marL="226800" indent="-457200">
              <a:lnSpc>
                <a:spcPct val="150000"/>
              </a:lnSpc>
              <a:buNone/>
            </a:pPr>
            <a:r>
              <a:rPr lang="en-US" sz="1600" dirty="0"/>
              <a:t>Kensinger, E. A., </a:t>
            </a:r>
            <a:r>
              <a:rPr lang="en-US" sz="1600" dirty="0" err="1"/>
              <a:t>Garoff</a:t>
            </a:r>
            <a:r>
              <a:rPr lang="en-US" sz="1600" dirty="0"/>
              <a:t>-Eaton, R. J., &amp; Schacter, D. L. (2007). Effects of emotion on memory specificity: Memory trade-offs elicited by negative visually arousing stimuli. </a:t>
            </a:r>
            <a:r>
              <a:rPr lang="en-US" sz="1600" i="1" dirty="0"/>
              <a:t>Journal of Memory and Language, 56</a:t>
            </a:r>
            <a:r>
              <a:rPr lang="en-US" sz="1600" dirty="0"/>
              <a:t>(4), 575–591. https://</a:t>
            </a:r>
            <a:r>
              <a:rPr lang="en-US" sz="1600" dirty="0" err="1"/>
              <a:t>doi.org</a:t>
            </a:r>
            <a:r>
              <a:rPr lang="en-US" sz="1600" dirty="0"/>
              <a:t>/10.1016/j.jml.2006.05.004</a:t>
            </a:r>
          </a:p>
          <a:p>
            <a:pPr marL="226800" indent="-457200">
              <a:lnSpc>
                <a:spcPct val="150000"/>
              </a:lnSpc>
              <a:buNone/>
            </a:pPr>
            <a:r>
              <a:rPr lang="en-US" sz="1600" dirty="0"/>
              <a:t>Soral W, </a:t>
            </a:r>
            <a:r>
              <a:rPr lang="en-US" sz="1600" dirty="0" err="1"/>
              <a:t>Bilewicz</a:t>
            </a:r>
            <a:r>
              <a:rPr lang="en-US" sz="1600" dirty="0"/>
              <a:t> M, </a:t>
            </a:r>
            <a:r>
              <a:rPr lang="en-US" sz="1600" dirty="0" err="1"/>
              <a:t>Winiewski</a:t>
            </a:r>
            <a:r>
              <a:rPr lang="en-US" sz="1600" dirty="0"/>
              <a:t> M. Exposure to hate speech increases prejudice through desensitization. Aggressive Behavior. 2018; 44: 136–146. https://</a:t>
            </a:r>
            <a:r>
              <a:rPr lang="en-US" sz="1600" dirty="0" err="1"/>
              <a:t>doi.org</a:t>
            </a:r>
            <a:r>
              <a:rPr lang="en-US" sz="1600" dirty="0"/>
              <a:t>/10.1002/ab.21737</a:t>
            </a:r>
          </a:p>
        </p:txBody>
      </p:sp>
    </p:spTree>
    <p:extLst>
      <p:ext uri="{BB962C8B-B14F-4D97-AF65-F5344CB8AC3E}">
        <p14:creationId xmlns:p14="http://schemas.microsoft.com/office/powerpoint/2010/main" val="40618082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1F872-35DC-74E3-A703-CAA7789E7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7A6B-A111-86BE-C016-25E237DFA7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45618"/>
            <a:ext cx="9144000" cy="766763"/>
          </a:xfrm>
        </p:spPr>
        <p:txBody>
          <a:bodyPr>
            <a:noAutofit/>
          </a:bodyPr>
          <a:lstStyle/>
          <a:p>
            <a:r>
              <a:rPr lang="en-KR" sz="5400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662857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</TotalTime>
  <Words>1282</Words>
  <Application>Microsoft Macintosh PowerPoint</Application>
  <PresentationFormat>Widescreen</PresentationFormat>
  <Paragraphs>157</Paragraphs>
  <Slides>33</Slides>
  <Notes>9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Aptos</vt:lpstr>
      <vt:lpstr>Aptos Display</vt:lpstr>
      <vt:lpstr>Arial</vt:lpstr>
      <vt:lpstr>Office Theme</vt:lpstr>
      <vt:lpstr>The Effect of Hate Speech on Sentence Processing and Reproduction</vt:lpstr>
      <vt:lpstr>Background</vt:lpstr>
      <vt:lpstr>Background: Ding et al.(2016)</vt:lpstr>
      <vt:lpstr>Background: Hate Speech</vt:lpstr>
      <vt:lpstr>Background: Hate Speech</vt:lpstr>
      <vt:lpstr>Background: Research Gap</vt:lpstr>
      <vt:lpstr>Research Question</vt:lpstr>
      <vt:lpstr>Experimental Design</vt:lpstr>
      <vt:lpstr>Experimental Design: Four-stage Design</vt:lpstr>
      <vt:lpstr>Experimental Design</vt:lpstr>
      <vt:lpstr>Experimental Design</vt:lpstr>
      <vt:lpstr>Experimental Design</vt:lpstr>
      <vt:lpstr>Hypotheses</vt:lpstr>
      <vt:lpstr>PowerPoint Presentation</vt:lpstr>
      <vt:lpstr>PowerPoint Presentation</vt:lpstr>
      <vt:lpstr>PowerPoint Presentation</vt:lpstr>
      <vt:lpstr>Analysis &amp; Results</vt:lpstr>
      <vt:lpstr>Data Preprocessing</vt:lpstr>
      <vt:lpstr>PowerPoint Presentation</vt:lpstr>
      <vt:lpstr>Results</vt:lpstr>
      <vt:lpstr>Results</vt:lpstr>
      <vt:lpstr>PowerPoint Presentation</vt:lpstr>
      <vt:lpstr>Results</vt:lpstr>
      <vt:lpstr>PowerPoint Presentation</vt:lpstr>
      <vt:lpstr>PowerPoint Presentation</vt:lpstr>
      <vt:lpstr>Results</vt:lpstr>
      <vt:lpstr>Results</vt:lpstr>
      <vt:lpstr>Results</vt:lpstr>
      <vt:lpstr>Conclusions</vt:lpstr>
      <vt:lpstr>Conclusion</vt:lpstr>
      <vt:lpstr>Discussion &amp; Limitations</vt:lpstr>
      <vt:lpstr>References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Jinil Kim</dc:creator>
  <cp:lastModifiedBy>Jinil Kim</cp:lastModifiedBy>
  <cp:revision>1</cp:revision>
  <cp:lastPrinted>2025-12-08T09:49:55Z</cp:lastPrinted>
  <dcterms:created xsi:type="dcterms:W3CDTF">2025-09-20T04:36:48Z</dcterms:created>
  <dcterms:modified xsi:type="dcterms:W3CDTF">2025-12-09T01:25:16Z</dcterms:modified>
</cp:coreProperties>
</file>